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df713248324d30" /><Relationship Type="http://schemas.openxmlformats.org/officeDocument/2006/relationships/extended-properties" Target="/docProps/app.xml" Id="Rb80f90f39d6b46de" /><Relationship Type="http://schemas.openxmlformats.org/officeDocument/2006/relationships/officeDocument" Target="/ppt/presentation.xml" Id="Rccd09db2f75f43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c469e0640840cb"/>
  </p:sldMasterIdLst>
  <p:notesMasterIdLst>
    <p:notesMasterId xmlns:r="http://schemas.openxmlformats.org/officeDocument/2006/relationships" r:id="Raf81fdab339141a6"/>
  </p:notesMasterIdLst>
  <p:sldIdLst>
    <p:sldId xmlns:r="http://schemas.openxmlformats.org/officeDocument/2006/relationships" id="256" r:id="R391eae4eab8c4b43"/>
    <p:sldId xmlns:r="http://schemas.openxmlformats.org/officeDocument/2006/relationships" id="257" r:id="Rf1181b116b8b4775"/>
    <p:sldId xmlns:r="http://schemas.openxmlformats.org/officeDocument/2006/relationships" id="258" r:id="Rf74c6c86bf7643ac"/>
    <p:sldId xmlns:r="http://schemas.openxmlformats.org/officeDocument/2006/relationships" id="259" r:id="Rbc7ecce543034ad2"/>
    <p:sldId xmlns:r="http://schemas.openxmlformats.org/officeDocument/2006/relationships" id="260" r:id="R0c9cc8ee87f04242"/>
    <p:sldId xmlns:r="http://schemas.openxmlformats.org/officeDocument/2006/relationships" id="261" r:id="R48caeeac9d0b44b6"/>
    <p:sldId xmlns:r="http://schemas.openxmlformats.org/officeDocument/2006/relationships" id="262" r:id="R6a3645ba1d44479f"/>
    <p:sldId xmlns:r="http://schemas.openxmlformats.org/officeDocument/2006/relationships" id="263" r:id="R24ec97a7bfac4117"/>
    <p:sldId xmlns:r="http://schemas.openxmlformats.org/officeDocument/2006/relationships" id="264" r:id="R41cc8a50ee964224"/>
    <p:sldId xmlns:r="http://schemas.openxmlformats.org/officeDocument/2006/relationships" id="265" r:id="R777be6c66f354cb1"/>
    <p:sldId xmlns:r="http://schemas.openxmlformats.org/officeDocument/2006/relationships" id="266" r:id="R0495455f171b4ad2"/>
    <p:sldId xmlns:r="http://schemas.openxmlformats.org/officeDocument/2006/relationships" id="267" r:id="R70d7037f65fb477a"/>
    <p:sldId xmlns:r="http://schemas.openxmlformats.org/officeDocument/2006/relationships" id="268" r:id="Rb46c17cf9c1743e1"/>
    <p:sldId xmlns:r="http://schemas.openxmlformats.org/officeDocument/2006/relationships" id="269" r:id="R3131725dbbb34948"/>
    <p:sldId xmlns:r="http://schemas.openxmlformats.org/officeDocument/2006/relationships" id="270" r:id="R4df5107eddba4ac6"/>
    <p:sldId xmlns:r="http://schemas.openxmlformats.org/officeDocument/2006/relationships" id="271" r:id="Rfe19895b99d24696"/>
    <p:sldId xmlns:r="http://schemas.openxmlformats.org/officeDocument/2006/relationships" id="272" r:id="R32a75f33003f43de"/>
    <p:sldId xmlns:r="http://schemas.openxmlformats.org/officeDocument/2006/relationships" id="273" r:id="R87229ed8af8a4456"/>
    <p:sldId xmlns:r="http://schemas.openxmlformats.org/officeDocument/2006/relationships" id="274" r:id="Rce6cc796ac6d4a53"/>
    <p:sldId xmlns:r="http://schemas.openxmlformats.org/officeDocument/2006/relationships" id="275" r:id="R0c4c340ac7b24e01"/>
    <p:sldId xmlns:r="http://schemas.openxmlformats.org/officeDocument/2006/relationships" id="276" r:id="R9eb8dcb0f2934f5c"/>
    <p:sldId xmlns:r="http://schemas.openxmlformats.org/officeDocument/2006/relationships" id="277" r:id="R0bcf5243cef74a85"/>
    <p:sldId xmlns:r="http://schemas.openxmlformats.org/officeDocument/2006/relationships" id="278" r:id="R8d5fdabc83474e94"/>
    <p:sldId xmlns:r="http://schemas.openxmlformats.org/officeDocument/2006/relationships" id="279" r:id="R6d155588f8324690"/>
    <p:sldId xmlns:r="http://schemas.openxmlformats.org/officeDocument/2006/relationships" id="280" r:id="R740388e5b08546e2"/>
    <p:sldId xmlns:r="http://schemas.openxmlformats.org/officeDocument/2006/relationships" id="281" r:id="R8c5d25be1aa94837"/>
    <p:sldId xmlns:r="http://schemas.openxmlformats.org/officeDocument/2006/relationships" id="282" r:id="R90690d39246441ed"/>
    <p:sldId xmlns:r="http://schemas.openxmlformats.org/officeDocument/2006/relationships" id="283" r:id="R5ed15fe2b2a44452"/>
    <p:sldId xmlns:r="http://schemas.openxmlformats.org/officeDocument/2006/relationships" id="284" r:id="Ra3d06a7c9bf84b40"/>
    <p:sldId xmlns:r="http://schemas.openxmlformats.org/officeDocument/2006/relationships" id="285" r:id="Rb266f2f61a214a5a"/>
    <p:sldId xmlns:r="http://schemas.openxmlformats.org/officeDocument/2006/relationships" id="286" r:id="R98d51cd3c9154023"/>
    <p:sldId xmlns:r="http://schemas.openxmlformats.org/officeDocument/2006/relationships" id="287" r:id="Rd077c79a0ef04922"/>
    <p:sldId xmlns:r="http://schemas.openxmlformats.org/officeDocument/2006/relationships" id="288" r:id="R5314a22842a54155"/>
    <p:sldId xmlns:r="http://schemas.openxmlformats.org/officeDocument/2006/relationships" id="289" r:id="R75b4b8072551446d"/>
    <p:sldId xmlns:r="http://schemas.openxmlformats.org/officeDocument/2006/relationships" id="290" r:id="R836da6a585224daf"/>
    <p:sldId xmlns:r="http://schemas.openxmlformats.org/officeDocument/2006/relationships" id="291" r:id="R4c6b406d22894836"/>
    <p:sldId xmlns:r="http://schemas.openxmlformats.org/officeDocument/2006/relationships" id="292" r:id="R3c193820641e4b43"/>
    <p:sldId xmlns:r="http://schemas.openxmlformats.org/officeDocument/2006/relationships" id="293" r:id="Rfbcc4bb331e547e2"/>
    <p:sldId xmlns:r="http://schemas.openxmlformats.org/officeDocument/2006/relationships" id="294" r:id="Rd517e7b1d22543b1"/>
    <p:sldId xmlns:r="http://schemas.openxmlformats.org/officeDocument/2006/relationships" id="295" r:id="R67159dd51c8546d5"/>
    <p:sldId xmlns:r="http://schemas.openxmlformats.org/officeDocument/2006/relationships" id="296" r:id="R5da9916a48dd47c6"/>
    <p:sldId xmlns:r="http://schemas.openxmlformats.org/officeDocument/2006/relationships" id="297" r:id="R50203848c04f4a38"/>
    <p:sldId xmlns:r="http://schemas.openxmlformats.org/officeDocument/2006/relationships" id="298" r:id="R74c7f65f752941fb"/>
    <p:sldId xmlns:r="http://schemas.openxmlformats.org/officeDocument/2006/relationships" id="299" r:id="R8a0f883fe3c54b0b"/>
    <p:sldId xmlns:r="http://schemas.openxmlformats.org/officeDocument/2006/relationships" id="300" r:id="Rf39ef5b1e6af4df3"/>
    <p:sldId xmlns:r="http://schemas.openxmlformats.org/officeDocument/2006/relationships" id="301" r:id="R33fd494557174e3e"/>
    <p:sldId xmlns:r="http://schemas.openxmlformats.org/officeDocument/2006/relationships" id="302" r:id="R740a20ef7e37497d"/>
    <p:sldId xmlns:r="http://schemas.openxmlformats.org/officeDocument/2006/relationships" id="303" r:id="R921527b52ac345a3"/>
    <p:sldId xmlns:r="http://schemas.openxmlformats.org/officeDocument/2006/relationships" id="304" r:id="Re6712a947a62455b"/>
    <p:sldId xmlns:r="http://schemas.openxmlformats.org/officeDocument/2006/relationships" id="305" r:id="Rf4694e530e9e4e8b"/>
    <p:sldId xmlns:r="http://schemas.openxmlformats.org/officeDocument/2006/relationships" id="306" r:id="R77bfacb861aa494a"/>
    <p:sldId xmlns:r="http://schemas.openxmlformats.org/officeDocument/2006/relationships" id="307" r:id="R0b07d9c7a89b4649"/>
    <p:sldId xmlns:r="http://schemas.openxmlformats.org/officeDocument/2006/relationships" id="308" r:id="R8fb4a4b09d634745"/>
    <p:sldId xmlns:r="http://schemas.openxmlformats.org/officeDocument/2006/relationships" id="309" r:id="Rb0bcb3cf539348c6"/>
    <p:sldId xmlns:r="http://schemas.openxmlformats.org/officeDocument/2006/relationships" id="310" r:id="Ra1b91d61d6934d3f"/>
    <p:sldId xmlns:r="http://schemas.openxmlformats.org/officeDocument/2006/relationships" id="311" r:id="R18974955b7e549ef"/>
    <p:sldId xmlns:r="http://schemas.openxmlformats.org/officeDocument/2006/relationships" id="312" r:id="R4a0f8db21ac84eeb"/>
    <p:sldId xmlns:r="http://schemas.openxmlformats.org/officeDocument/2006/relationships" id="313" r:id="R39459db21f3f4c7e"/>
    <p:sldId xmlns:r="http://schemas.openxmlformats.org/officeDocument/2006/relationships" id="314" r:id="R2c4174b7daa743e8"/>
    <p:sldId xmlns:r="http://schemas.openxmlformats.org/officeDocument/2006/relationships" id="315" r:id="R069f47e8453048b5"/>
    <p:sldId xmlns:r="http://schemas.openxmlformats.org/officeDocument/2006/relationships" id="316" r:id="R3d8ed6ad496742f6"/>
    <p:sldId xmlns:r="http://schemas.openxmlformats.org/officeDocument/2006/relationships" id="317" r:id="R8eb5363d623c46f4"/>
    <p:sldId xmlns:r="http://schemas.openxmlformats.org/officeDocument/2006/relationships" id="318" r:id="Ra7463dd5696c4a71"/>
    <p:sldId xmlns:r="http://schemas.openxmlformats.org/officeDocument/2006/relationships" id="319" r:id="R2e622d0264464cba"/>
    <p:sldId xmlns:r="http://schemas.openxmlformats.org/officeDocument/2006/relationships" id="320" r:id="R2a24ef14aa474c1d"/>
    <p:sldId xmlns:r="http://schemas.openxmlformats.org/officeDocument/2006/relationships" id="321" r:id="R5203b16c86364aa1"/>
    <p:sldId xmlns:r="http://schemas.openxmlformats.org/officeDocument/2006/relationships" id="322" r:id="R6c355dc9e2fb4679"/>
    <p:sldId xmlns:r="http://schemas.openxmlformats.org/officeDocument/2006/relationships" id="323" r:id="R381af01ebdeb4709"/>
    <p:sldId xmlns:r="http://schemas.openxmlformats.org/officeDocument/2006/relationships" id="324" r:id="Rd9ccb294c0644af5"/>
    <p:sldId xmlns:r="http://schemas.openxmlformats.org/officeDocument/2006/relationships" id="325" r:id="R5a7442de00b6460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c469e0640840cb" /><Relationship Type="http://schemas.openxmlformats.org/officeDocument/2006/relationships/theme" Target="/ppt/theme/theme1.xml" Id="R788a45e3f1554571" /><Relationship Type="http://schemas.openxmlformats.org/officeDocument/2006/relationships/notesMaster" Target="/ppt/notesMasters/notesMaster1.xml" Id="Raf81fdab339141a6" /><Relationship Type="http://schemas.openxmlformats.org/officeDocument/2006/relationships/presProps" Target="/ppt/presProps.xml" Id="Rfda01f8ba6124b51" /><Relationship Type="http://schemas.openxmlformats.org/officeDocument/2006/relationships/viewProps" Target="/ppt/viewProps.xml" Id="R071a5bc750df49f2" /><Relationship Type="http://schemas.openxmlformats.org/officeDocument/2006/relationships/tableStyles" Target="/ppt/tableStyles.xml" Id="Rbaf87fb3b7de4f26" /><Relationship Type="http://schemas.openxmlformats.org/officeDocument/2006/relationships/slide" Target="/ppt/slides/slide1.xml" Id="R391eae4eab8c4b43" /><Relationship Type="http://schemas.openxmlformats.org/officeDocument/2006/relationships/slide" Target="/ppt/slides/slide2.xml" Id="Rf1181b116b8b4775" /><Relationship Type="http://schemas.openxmlformats.org/officeDocument/2006/relationships/slide" Target="/ppt/slides/slide3.xml" Id="Rf74c6c86bf7643ac" /><Relationship Type="http://schemas.openxmlformats.org/officeDocument/2006/relationships/slide" Target="/ppt/slides/slide4.xml" Id="Rbc7ecce543034ad2" /><Relationship Type="http://schemas.openxmlformats.org/officeDocument/2006/relationships/slide" Target="/ppt/slides/slide5.xml" Id="R0c9cc8ee87f04242" /><Relationship Type="http://schemas.openxmlformats.org/officeDocument/2006/relationships/slide" Target="/ppt/slides/slide6.xml" Id="R48caeeac9d0b44b6" /><Relationship Type="http://schemas.openxmlformats.org/officeDocument/2006/relationships/slide" Target="/ppt/slides/slide7.xml" Id="R6a3645ba1d44479f" /><Relationship Type="http://schemas.openxmlformats.org/officeDocument/2006/relationships/slide" Target="/ppt/slides/slide8.xml" Id="R24ec97a7bfac4117" /><Relationship Type="http://schemas.openxmlformats.org/officeDocument/2006/relationships/slide" Target="/ppt/slides/slide9.xml" Id="R41cc8a50ee964224" /><Relationship Type="http://schemas.openxmlformats.org/officeDocument/2006/relationships/slide" Target="/ppt/slides/slide10.xml" Id="R777be6c66f354cb1" /><Relationship Type="http://schemas.openxmlformats.org/officeDocument/2006/relationships/slide" Target="/ppt/slides/slide11.xml" Id="R0495455f171b4ad2" /><Relationship Type="http://schemas.openxmlformats.org/officeDocument/2006/relationships/slide" Target="/ppt/slides/slide12.xml" Id="R70d7037f65fb477a" /><Relationship Type="http://schemas.openxmlformats.org/officeDocument/2006/relationships/slide" Target="/ppt/slides/slide13.xml" Id="Rb46c17cf9c1743e1" /><Relationship Type="http://schemas.openxmlformats.org/officeDocument/2006/relationships/slide" Target="/ppt/slides/slide14.xml" Id="R3131725dbbb34948" /><Relationship Type="http://schemas.openxmlformats.org/officeDocument/2006/relationships/slide" Target="/ppt/slides/slide15.xml" Id="R4df5107eddba4ac6" /><Relationship Type="http://schemas.openxmlformats.org/officeDocument/2006/relationships/slide" Target="/ppt/slides/slide16.xml" Id="Rfe19895b99d24696" /><Relationship Type="http://schemas.openxmlformats.org/officeDocument/2006/relationships/slide" Target="/ppt/slides/slide17.xml" Id="R32a75f33003f43de" /><Relationship Type="http://schemas.openxmlformats.org/officeDocument/2006/relationships/slide" Target="/ppt/slides/slide18.xml" Id="R87229ed8af8a4456" /><Relationship Type="http://schemas.openxmlformats.org/officeDocument/2006/relationships/slide" Target="/ppt/slides/slide19.xml" Id="Rce6cc796ac6d4a53" /><Relationship Type="http://schemas.openxmlformats.org/officeDocument/2006/relationships/slide" Target="/ppt/slides/slide20.xml" Id="R0c4c340ac7b24e01" /><Relationship Type="http://schemas.openxmlformats.org/officeDocument/2006/relationships/slide" Target="/ppt/slides/slide21.xml" Id="R9eb8dcb0f2934f5c" /><Relationship Type="http://schemas.openxmlformats.org/officeDocument/2006/relationships/slide" Target="/ppt/slides/slide22.xml" Id="R0bcf5243cef74a85" /><Relationship Type="http://schemas.openxmlformats.org/officeDocument/2006/relationships/slide" Target="/ppt/slides/slide23.xml" Id="R8d5fdabc83474e94" /><Relationship Type="http://schemas.openxmlformats.org/officeDocument/2006/relationships/slide" Target="/ppt/slides/slide24.xml" Id="R6d155588f8324690" /><Relationship Type="http://schemas.openxmlformats.org/officeDocument/2006/relationships/slide" Target="/ppt/slides/slide25.xml" Id="R740388e5b08546e2" /><Relationship Type="http://schemas.openxmlformats.org/officeDocument/2006/relationships/slide" Target="/ppt/slides/slide26.xml" Id="R8c5d25be1aa94837" /><Relationship Type="http://schemas.openxmlformats.org/officeDocument/2006/relationships/slide" Target="/ppt/slides/slide27.xml" Id="R90690d39246441ed" /><Relationship Type="http://schemas.openxmlformats.org/officeDocument/2006/relationships/slide" Target="/ppt/slides/slide28.xml" Id="R5ed15fe2b2a44452" /><Relationship Type="http://schemas.openxmlformats.org/officeDocument/2006/relationships/slide" Target="/ppt/slides/slide29.xml" Id="Ra3d06a7c9bf84b40" /><Relationship Type="http://schemas.openxmlformats.org/officeDocument/2006/relationships/slide" Target="/ppt/slides/slide30.xml" Id="Rb266f2f61a214a5a" /><Relationship Type="http://schemas.openxmlformats.org/officeDocument/2006/relationships/slide" Target="/ppt/slides/slide31.xml" Id="R98d51cd3c9154023" /><Relationship Type="http://schemas.openxmlformats.org/officeDocument/2006/relationships/slide" Target="/ppt/slides/slide32.xml" Id="Rd077c79a0ef04922" /><Relationship Type="http://schemas.openxmlformats.org/officeDocument/2006/relationships/slide" Target="/ppt/slides/slide33.xml" Id="R5314a22842a54155" /><Relationship Type="http://schemas.openxmlformats.org/officeDocument/2006/relationships/slide" Target="/ppt/slides/slide34.xml" Id="R75b4b8072551446d" /><Relationship Type="http://schemas.openxmlformats.org/officeDocument/2006/relationships/slide" Target="/ppt/slides/slide35.xml" Id="R836da6a585224daf" /><Relationship Type="http://schemas.openxmlformats.org/officeDocument/2006/relationships/slide" Target="/ppt/slides/slide36.xml" Id="R4c6b406d22894836" /><Relationship Type="http://schemas.openxmlformats.org/officeDocument/2006/relationships/slide" Target="/ppt/slides/slide37.xml" Id="R3c193820641e4b43" /><Relationship Type="http://schemas.openxmlformats.org/officeDocument/2006/relationships/slide" Target="/ppt/slides/slide38.xml" Id="Rfbcc4bb331e547e2" /><Relationship Type="http://schemas.openxmlformats.org/officeDocument/2006/relationships/slide" Target="/ppt/slides/slide39.xml" Id="Rd517e7b1d22543b1" /><Relationship Type="http://schemas.openxmlformats.org/officeDocument/2006/relationships/slide" Target="/ppt/slides/slide40.xml" Id="R67159dd51c8546d5" /><Relationship Type="http://schemas.openxmlformats.org/officeDocument/2006/relationships/slide" Target="/ppt/slides/slide41.xml" Id="R5da9916a48dd47c6" /><Relationship Type="http://schemas.openxmlformats.org/officeDocument/2006/relationships/slide" Target="/ppt/slides/slide42.xml" Id="R50203848c04f4a38" /><Relationship Type="http://schemas.openxmlformats.org/officeDocument/2006/relationships/slide" Target="/ppt/slides/slide43.xml" Id="R74c7f65f752941fb" /><Relationship Type="http://schemas.openxmlformats.org/officeDocument/2006/relationships/slide" Target="/ppt/slides/slide44.xml" Id="R8a0f883fe3c54b0b" /><Relationship Type="http://schemas.openxmlformats.org/officeDocument/2006/relationships/slide" Target="/ppt/slides/slide45.xml" Id="Rf39ef5b1e6af4df3" /><Relationship Type="http://schemas.openxmlformats.org/officeDocument/2006/relationships/slide" Target="/ppt/slides/slide46.xml" Id="R33fd494557174e3e" /><Relationship Type="http://schemas.openxmlformats.org/officeDocument/2006/relationships/slide" Target="/ppt/slides/slide47.xml" Id="R740a20ef7e37497d" /><Relationship Type="http://schemas.openxmlformats.org/officeDocument/2006/relationships/slide" Target="/ppt/slides/slide48.xml" Id="R921527b52ac345a3" /><Relationship Type="http://schemas.openxmlformats.org/officeDocument/2006/relationships/slide" Target="/ppt/slides/slide49.xml" Id="Re6712a947a62455b" /><Relationship Type="http://schemas.openxmlformats.org/officeDocument/2006/relationships/slide" Target="/ppt/slides/slide50.xml" Id="Rf4694e530e9e4e8b" /><Relationship Type="http://schemas.openxmlformats.org/officeDocument/2006/relationships/slide" Target="/ppt/slides/slide51.xml" Id="R77bfacb861aa494a" /><Relationship Type="http://schemas.openxmlformats.org/officeDocument/2006/relationships/slide" Target="/ppt/slides/slide52.xml" Id="R0b07d9c7a89b4649" /><Relationship Type="http://schemas.openxmlformats.org/officeDocument/2006/relationships/slide" Target="/ppt/slides/slide53.xml" Id="R8fb4a4b09d634745" /><Relationship Type="http://schemas.openxmlformats.org/officeDocument/2006/relationships/slide" Target="/ppt/slides/slide54.xml" Id="Rb0bcb3cf539348c6" /><Relationship Type="http://schemas.openxmlformats.org/officeDocument/2006/relationships/slide" Target="/ppt/slides/slide55.xml" Id="Ra1b91d61d6934d3f" /><Relationship Type="http://schemas.openxmlformats.org/officeDocument/2006/relationships/slide" Target="/ppt/slides/slide56.xml" Id="R18974955b7e549ef" /><Relationship Type="http://schemas.openxmlformats.org/officeDocument/2006/relationships/slide" Target="/ppt/slides/slide57.xml" Id="R4a0f8db21ac84eeb" /><Relationship Type="http://schemas.openxmlformats.org/officeDocument/2006/relationships/slide" Target="/ppt/slides/slide58.xml" Id="R39459db21f3f4c7e" /><Relationship Type="http://schemas.openxmlformats.org/officeDocument/2006/relationships/slide" Target="/ppt/slides/slide59.xml" Id="R2c4174b7daa743e8" /><Relationship Type="http://schemas.openxmlformats.org/officeDocument/2006/relationships/slide" Target="/ppt/slides/slide60.xml" Id="R069f47e8453048b5" /><Relationship Type="http://schemas.openxmlformats.org/officeDocument/2006/relationships/slide" Target="/ppt/slides/slide61.xml" Id="R3d8ed6ad496742f6" /><Relationship Type="http://schemas.openxmlformats.org/officeDocument/2006/relationships/slide" Target="/ppt/slides/slide62.xml" Id="R8eb5363d623c46f4" /><Relationship Type="http://schemas.openxmlformats.org/officeDocument/2006/relationships/slide" Target="/ppt/slides/slide63.xml" Id="Ra7463dd5696c4a71" /><Relationship Type="http://schemas.openxmlformats.org/officeDocument/2006/relationships/slide" Target="/ppt/slides/slide64.xml" Id="R2e622d0264464cba" /><Relationship Type="http://schemas.openxmlformats.org/officeDocument/2006/relationships/slide" Target="/ppt/slides/slide65.xml" Id="R2a24ef14aa474c1d" /><Relationship Type="http://schemas.openxmlformats.org/officeDocument/2006/relationships/slide" Target="/ppt/slides/slide66.xml" Id="R5203b16c86364aa1" /><Relationship Type="http://schemas.openxmlformats.org/officeDocument/2006/relationships/slide" Target="/ppt/slides/slide67.xml" Id="R6c355dc9e2fb4679" /><Relationship Type="http://schemas.openxmlformats.org/officeDocument/2006/relationships/slide" Target="/ppt/slides/slide68.xml" Id="R381af01ebdeb4709" /><Relationship Type="http://schemas.openxmlformats.org/officeDocument/2006/relationships/slide" Target="/ppt/slides/slide69.xml" Id="Rd9ccb294c0644af5" /><Relationship Type="http://schemas.openxmlformats.org/officeDocument/2006/relationships/slide" Target="/ppt/slides/slide70.xml" Id="R5a7442de00b646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bba8cd013ab40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77cf54d1a94787" /><Relationship Type="http://schemas.openxmlformats.org/officeDocument/2006/relationships/notesMaster" Target="/ppt/notesMasters/notesMaster1.xml" Id="Rd422d96ad69f43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da4105da634af5" /><Relationship Type="http://schemas.openxmlformats.org/officeDocument/2006/relationships/notesMaster" Target="/ppt/notesMasters/notesMaster1.xml" Id="R8dee0ff4e5bd40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4de4bfeda94bb9" /><Relationship Type="http://schemas.openxmlformats.org/officeDocument/2006/relationships/notesMaster" Target="/ppt/notesMasters/notesMaster1.xml" Id="R1a3ea807a0a341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4b29ff4dd34094" /><Relationship Type="http://schemas.openxmlformats.org/officeDocument/2006/relationships/notesMaster" Target="/ppt/notesMasters/notesMaster1.xml" Id="Rc1e02833b08b4b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435916f0f94967" /><Relationship Type="http://schemas.openxmlformats.org/officeDocument/2006/relationships/notesMaster" Target="/ppt/notesMasters/notesMaster1.xml" Id="R1c5f944e1bd44f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5f1a2f00134f76" /><Relationship Type="http://schemas.openxmlformats.org/officeDocument/2006/relationships/notesMaster" Target="/ppt/notesMasters/notesMaster1.xml" Id="R44a1880d2d8f44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b32ed11b254055" /><Relationship Type="http://schemas.openxmlformats.org/officeDocument/2006/relationships/notesMaster" Target="/ppt/notesMasters/notesMaster1.xml" Id="R9498b430e5814f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27ab458e0e4b5c" /><Relationship Type="http://schemas.openxmlformats.org/officeDocument/2006/relationships/notesMaster" Target="/ppt/notesMasters/notesMaster1.xml" Id="R58492c0f255449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6e3978937a49ce" /><Relationship Type="http://schemas.openxmlformats.org/officeDocument/2006/relationships/notesMaster" Target="/ppt/notesMasters/notesMaster1.xml" Id="R062a8657e47145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b0ffa80bf746af" /><Relationship Type="http://schemas.openxmlformats.org/officeDocument/2006/relationships/notesMaster" Target="/ppt/notesMasters/notesMaster1.xml" Id="Rd90d7699257448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ec887430a44351" /><Relationship Type="http://schemas.openxmlformats.org/officeDocument/2006/relationships/notesMaster" Target="/ppt/notesMasters/notesMaster1.xml" Id="R7f1fd340cdd14d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b5b6cb8ff34c6d" /><Relationship Type="http://schemas.openxmlformats.org/officeDocument/2006/relationships/notesMaster" Target="/ppt/notesMasters/notesMaster1.xml" Id="Rc8e47673393b41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3a1e4596564375" /><Relationship Type="http://schemas.openxmlformats.org/officeDocument/2006/relationships/notesMaster" Target="/ppt/notesMasters/notesMaster1.xml" Id="R958104b7024148e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45b9eae4f9411b" /><Relationship Type="http://schemas.openxmlformats.org/officeDocument/2006/relationships/notesMaster" Target="/ppt/notesMasters/notesMaster1.xml" Id="R592cc04c1b314a6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e58473fd7f467e" /><Relationship Type="http://schemas.openxmlformats.org/officeDocument/2006/relationships/notesMaster" Target="/ppt/notesMasters/notesMaster1.xml" Id="R3e40fa04e34c496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587d9fc0104ddc" /><Relationship Type="http://schemas.openxmlformats.org/officeDocument/2006/relationships/notesMaster" Target="/ppt/notesMasters/notesMaster1.xml" Id="R4cf723c051e842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70be11ce3b64f95" /><Relationship Type="http://schemas.openxmlformats.org/officeDocument/2006/relationships/notesMaster" Target="/ppt/notesMasters/notesMaster1.xml" Id="R54446f44bd774a1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545c8cc5c6b4261" /><Relationship Type="http://schemas.openxmlformats.org/officeDocument/2006/relationships/notesMaster" Target="/ppt/notesMasters/notesMaster1.xml" Id="R78470c5078f546f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a3995acc54342e7" /><Relationship Type="http://schemas.openxmlformats.org/officeDocument/2006/relationships/notesMaster" Target="/ppt/notesMasters/notesMaster1.xml" Id="R0eb8b5403f66421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67e6cabc2d3435c" /><Relationship Type="http://schemas.openxmlformats.org/officeDocument/2006/relationships/notesMaster" Target="/ppt/notesMasters/notesMaster1.xml" Id="R445305067f7c42e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70a92b662d84110" /><Relationship Type="http://schemas.openxmlformats.org/officeDocument/2006/relationships/notesMaster" Target="/ppt/notesMasters/notesMaster1.xml" Id="R9f5232aed5d04a0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c1f4eb7b528435f" /><Relationship Type="http://schemas.openxmlformats.org/officeDocument/2006/relationships/notesMaster" Target="/ppt/notesMasters/notesMaster1.xml" Id="R318bd9e0334a4aa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5e79cd9bce74085" /><Relationship Type="http://schemas.openxmlformats.org/officeDocument/2006/relationships/notesMaster" Target="/ppt/notesMasters/notesMaster1.xml" Id="R8f842088913b49e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81a068107b242b0" /><Relationship Type="http://schemas.openxmlformats.org/officeDocument/2006/relationships/notesMaster" Target="/ppt/notesMasters/notesMaster1.xml" Id="R0e915218ac24491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ce32813a3a140b3" /><Relationship Type="http://schemas.openxmlformats.org/officeDocument/2006/relationships/notesMaster" Target="/ppt/notesMasters/notesMaster1.xml" Id="R910c25cc84924a0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3e908052ccd4185" /><Relationship Type="http://schemas.openxmlformats.org/officeDocument/2006/relationships/notesMaster" Target="/ppt/notesMasters/notesMaster1.xml" Id="R405e9748d451406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0f76299dea14ff2" /><Relationship Type="http://schemas.openxmlformats.org/officeDocument/2006/relationships/notesMaster" Target="/ppt/notesMasters/notesMaster1.xml" Id="R804af73e3ca14d2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e58629d1361435d" /><Relationship Type="http://schemas.openxmlformats.org/officeDocument/2006/relationships/notesMaster" Target="/ppt/notesMasters/notesMaster1.xml" Id="R87390f4a223f474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3cad9e179fb434b" /><Relationship Type="http://schemas.openxmlformats.org/officeDocument/2006/relationships/notesMaster" Target="/ppt/notesMasters/notesMaster1.xml" Id="R17d6995a2ffd440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a7c06fa921e4e38" /><Relationship Type="http://schemas.openxmlformats.org/officeDocument/2006/relationships/notesMaster" Target="/ppt/notesMasters/notesMaster1.xml" Id="Refa96de8221f4e5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ba3bcb98c474d89" /><Relationship Type="http://schemas.openxmlformats.org/officeDocument/2006/relationships/notesMaster" Target="/ppt/notesMasters/notesMaster1.xml" Id="Ra71d90c23e4144f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648a4e8c3b04d14" /><Relationship Type="http://schemas.openxmlformats.org/officeDocument/2006/relationships/notesMaster" Target="/ppt/notesMasters/notesMaster1.xml" Id="Ra806edd4064f46b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f7ba23606a843e6" /><Relationship Type="http://schemas.openxmlformats.org/officeDocument/2006/relationships/notesMaster" Target="/ppt/notesMasters/notesMaster1.xml" Id="R148cde21c68d41a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5114c2b5f754666" /><Relationship Type="http://schemas.openxmlformats.org/officeDocument/2006/relationships/notesMaster" Target="/ppt/notesMasters/notesMaster1.xml" Id="R791b35b743d2446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b4bf8c17f2b4bda" /><Relationship Type="http://schemas.openxmlformats.org/officeDocument/2006/relationships/notesMaster" Target="/ppt/notesMasters/notesMaster1.xml" Id="R54591e4bd4294da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b3f2877a35948c3" /><Relationship Type="http://schemas.openxmlformats.org/officeDocument/2006/relationships/notesMaster" Target="/ppt/notesMasters/notesMaster1.xml" Id="R2264bc45e4c043d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751f585da7b4610" /><Relationship Type="http://schemas.openxmlformats.org/officeDocument/2006/relationships/notesMaster" Target="/ppt/notesMasters/notesMaster1.xml" Id="R8c685fcc769f4db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8d3bb6a88af4e06" /><Relationship Type="http://schemas.openxmlformats.org/officeDocument/2006/relationships/notesMaster" Target="/ppt/notesMasters/notesMaster1.xml" Id="R8add0a4607e845b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b045e17427e4f45" /><Relationship Type="http://schemas.openxmlformats.org/officeDocument/2006/relationships/notesMaster" Target="/ppt/notesMasters/notesMaster1.xml" Id="Rfb581aad5e6b433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a0d9e9b5d6b4d65" /><Relationship Type="http://schemas.openxmlformats.org/officeDocument/2006/relationships/notesMaster" Target="/ppt/notesMasters/notesMaster1.xml" Id="R1a37930114af447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1363b8a79144446" /><Relationship Type="http://schemas.openxmlformats.org/officeDocument/2006/relationships/notesMaster" Target="/ppt/notesMasters/notesMaster1.xml" Id="Re1bdc60686304db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a11bc6cc4394e3e" /><Relationship Type="http://schemas.openxmlformats.org/officeDocument/2006/relationships/notesMaster" Target="/ppt/notesMasters/notesMaster1.xml" Id="R37a59e4d0c674a7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dd4d8ebad234186" /><Relationship Type="http://schemas.openxmlformats.org/officeDocument/2006/relationships/notesMaster" Target="/ppt/notesMasters/notesMaster1.xml" Id="Rd38c2f2b965947e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f008051ccfd4b26" /><Relationship Type="http://schemas.openxmlformats.org/officeDocument/2006/relationships/notesMaster" Target="/ppt/notesMasters/notesMaster1.xml" Id="R937abf9722d847e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7c52a4d73414f40" /><Relationship Type="http://schemas.openxmlformats.org/officeDocument/2006/relationships/notesMaster" Target="/ppt/notesMasters/notesMaster1.xml" Id="R6e0ab55e0d524a8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6dee6400329494f" /><Relationship Type="http://schemas.openxmlformats.org/officeDocument/2006/relationships/notesMaster" Target="/ppt/notesMasters/notesMaster1.xml" Id="Re673e2d7f97e4aa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e084aa4b3174903" /><Relationship Type="http://schemas.openxmlformats.org/officeDocument/2006/relationships/notesMaster" Target="/ppt/notesMasters/notesMaster1.xml" Id="R0412d0e4ea6f4d4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080a00201364baf" /><Relationship Type="http://schemas.openxmlformats.org/officeDocument/2006/relationships/notesMaster" Target="/ppt/notesMasters/notesMaster1.xml" Id="Rcb06187c1f44431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ebd7e4f3faf4d5e" /><Relationship Type="http://schemas.openxmlformats.org/officeDocument/2006/relationships/notesMaster" Target="/ppt/notesMasters/notesMaster1.xml" Id="R84df10ffd62d42d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afc0c7bfc9924ac0" /><Relationship Type="http://schemas.openxmlformats.org/officeDocument/2006/relationships/notesMaster" Target="/ppt/notesMasters/notesMaster1.xml" Id="Rf95bd538d1d44191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a9a019115b54f99" /><Relationship Type="http://schemas.openxmlformats.org/officeDocument/2006/relationships/notesMaster" Target="/ppt/notesMasters/notesMaster1.xml" Id="R5009a68fcd7448e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cda989190c14e15" /><Relationship Type="http://schemas.openxmlformats.org/officeDocument/2006/relationships/notesMaster" Target="/ppt/notesMasters/notesMaster1.xml" Id="R75dea839de854e8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fa8a2381a4554b88" /><Relationship Type="http://schemas.openxmlformats.org/officeDocument/2006/relationships/notesMaster" Target="/ppt/notesMasters/notesMaster1.xml" Id="Rdb87d72cd6944868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bcb79cbcec6d498b" /><Relationship Type="http://schemas.openxmlformats.org/officeDocument/2006/relationships/notesMaster" Target="/ppt/notesMasters/notesMaster1.xml" Id="Rdc2b22a7d6cf4eb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ceeebc9e485a449c" /><Relationship Type="http://schemas.openxmlformats.org/officeDocument/2006/relationships/notesMaster" Target="/ppt/notesMasters/notesMaster1.xml" Id="R81b4d81d11a4462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2a9a7d413c74862" /><Relationship Type="http://schemas.openxmlformats.org/officeDocument/2006/relationships/notesMaster" Target="/ppt/notesMasters/notesMaster1.xml" Id="Rc0e86b0062df4a54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fd3c971eea14bda" /><Relationship Type="http://schemas.openxmlformats.org/officeDocument/2006/relationships/notesMaster" Target="/ppt/notesMasters/notesMaster1.xml" Id="R15abced06b1346a7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06beb279d614f32" /><Relationship Type="http://schemas.openxmlformats.org/officeDocument/2006/relationships/notesMaster" Target="/ppt/notesMasters/notesMaster1.xml" Id="R85eacbfc55fd421b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614561c8d8b469c" /><Relationship Type="http://schemas.openxmlformats.org/officeDocument/2006/relationships/notesMaster" Target="/ppt/notesMasters/notesMaster1.xml" Id="Rb360cd9c71924ad2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de4000754bd84ebf" /><Relationship Type="http://schemas.openxmlformats.org/officeDocument/2006/relationships/notesMaster" Target="/ppt/notesMasters/notesMaster1.xml" Id="Rb9ac96ccc7af4b6d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c24b1ee5a0d04ced" /><Relationship Type="http://schemas.openxmlformats.org/officeDocument/2006/relationships/notesMaster" Target="/ppt/notesMasters/notesMaster1.xml" Id="Rf829c6d9f6344145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7bb2dde75cf34773" /><Relationship Type="http://schemas.openxmlformats.org/officeDocument/2006/relationships/notesMaster" Target="/ppt/notesMasters/notesMaster1.xml" Id="Rc598005375ca4879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7b776edf3682465e" /><Relationship Type="http://schemas.openxmlformats.org/officeDocument/2006/relationships/notesMaster" Target="/ppt/notesMasters/notesMaster1.xml" Id="R8190771021ea4575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d7a95f79bfe84d72" /><Relationship Type="http://schemas.openxmlformats.org/officeDocument/2006/relationships/notesMaster" Target="/ppt/notesMasters/notesMaster1.xml" Id="Rec78c0e07d944930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5554052ac6ef4160" /><Relationship Type="http://schemas.openxmlformats.org/officeDocument/2006/relationships/notesMaster" Target="/ppt/notesMasters/notesMaster1.xml" Id="R57f592b803eb4478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3650a411ed484bc7" /><Relationship Type="http://schemas.openxmlformats.org/officeDocument/2006/relationships/notesMaster" Target="/ppt/notesMasters/notesMaster1.xml" Id="Rb5aeb94ffa24480f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af999387f3cb42f9" /><Relationship Type="http://schemas.openxmlformats.org/officeDocument/2006/relationships/notesMaster" Target="/ppt/notesMasters/notesMaster1.xml" Id="R31fd92d4c7dc4bff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491b4ea2cb314978" /><Relationship Type="http://schemas.openxmlformats.org/officeDocument/2006/relationships/notesMaster" Target="/ppt/notesMasters/notesMaster1.xml" Id="R1628b7efcabd4443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2a133024d29f4ca4" /><Relationship Type="http://schemas.openxmlformats.org/officeDocument/2006/relationships/notesMaster" Target="/ppt/notesMasters/notesMaster1.xml" Id="R25dd70d08c894a26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f5e7b4249b584570" /><Relationship Type="http://schemas.openxmlformats.org/officeDocument/2006/relationships/notesMaster" Target="/ppt/notesMasters/notesMaster1.xml" Id="R7830efb448c144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a27e04d0dd458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d40c3958fd24017" /><Relationship Type="http://schemas.openxmlformats.org/officeDocument/2006/relationships/slideLayout" Target="/ppt/slideLayouts/slideLayout2.xml" Id="Rdafec3794c194e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fec3794c194e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9b7e2e88264dc6" /><Relationship Type="http://schemas.openxmlformats.org/officeDocument/2006/relationships/notesSlide" Target="/ppt/notesSlides/notesSlide1.xml" Id="Rdc20ae23e31a48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c6849edf8c4420" /><Relationship Type="http://schemas.openxmlformats.org/officeDocument/2006/relationships/notesSlide" Target="/ppt/notesSlides/notesSlide2.xml" Id="Rdba723982c694c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28c9122e07430e" /><Relationship Type="http://schemas.openxmlformats.org/officeDocument/2006/relationships/notesSlide" Target="/ppt/notesSlides/notesSlide3.xml" Id="R0b311975a59a44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be4408936b46e0" /><Relationship Type="http://schemas.openxmlformats.org/officeDocument/2006/relationships/notesSlide" Target="/ppt/notesSlides/notesSlide4.xml" Id="R04195f90176e4f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80897643964d81" /><Relationship Type="http://schemas.openxmlformats.org/officeDocument/2006/relationships/notesSlide" Target="/ppt/notesSlides/notesSlide5.xml" Id="R2ca83b9604574e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7efba21e784931" /><Relationship Type="http://schemas.openxmlformats.org/officeDocument/2006/relationships/notesSlide" Target="/ppt/notesSlides/notesSlide6.xml" Id="R0318796eb4da45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d784da69754520" /><Relationship Type="http://schemas.openxmlformats.org/officeDocument/2006/relationships/notesSlide" Target="/ppt/notesSlides/notesSlide7.xml" Id="R81f431a6fcf641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9d939dfc6347ca" /><Relationship Type="http://schemas.openxmlformats.org/officeDocument/2006/relationships/notesSlide" Target="/ppt/notesSlides/notesSlide8.xml" Id="R7352b47f01fe4b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386d5f85c043ce" /><Relationship Type="http://schemas.openxmlformats.org/officeDocument/2006/relationships/notesSlide" Target="/ppt/notesSlides/notesSlide9.xml" Id="R562a1c6ee78741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5fd024fc374b82" /><Relationship Type="http://schemas.openxmlformats.org/officeDocument/2006/relationships/notesSlide" Target="/ppt/notesSlides/notesSlide10.xml" Id="R1f09567f93b845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82c7a3e0ad4954" /><Relationship Type="http://schemas.openxmlformats.org/officeDocument/2006/relationships/notesSlide" Target="/ppt/notesSlides/notesSlide11.xml" Id="Rd2cb4a8fc4264e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e87b336cf1457d" /><Relationship Type="http://schemas.openxmlformats.org/officeDocument/2006/relationships/notesSlide" Target="/ppt/notesSlides/notesSlide12.xml" Id="Re4a31646c18849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796d56c91c4476" /><Relationship Type="http://schemas.openxmlformats.org/officeDocument/2006/relationships/notesSlide" Target="/ppt/notesSlides/notesSlide13.xml" Id="Rb8aa9e01223940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f9488ffb8249d3" /><Relationship Type="http://schemas.openxmlformats.org/officeDocument/2006/relationships/notesSlide" Target="/ppt/notesSlides/notesSlide14.xml" Id="R0a96033091ef46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5adb5a87094877" /><Relationship Type="http://schemas.openxmlformats.org/officeDocument/2006/relationships/notesSlide" Target="/ppt/notesSlides/notesSlide15.xml" Id="Ra931a06b9e84479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911adb860e4703" /><Relationship Type="http://schemas.openxmlformats.org/officeDocument/2006/relationships/notesSlide" Target="/ppt/notesSlides/notesSlide16.xml" Id="R5d36e7be6684493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8858e2b98e4b2c" /><Relationship Type="http://schemas.openxmlformats.org/officeDocument/2006/relationships/notesSlide" Target="/ppt/notesSlides/notesSlide17.xml" Id="R7844be9428864d1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9a68ada3494e26" /><Relationship Type="http://schemas.openxmlformats.org/officeDocument/2006/relationships/notesSlide" Target="/ppt/notesSlides/notesSlide18.xml" Id="R5057312531b6427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f4dc66563143e3" /><Relationship Type="http://schemas.openxmlformats.org/officeDocument/2006/relationships/notesSlide" Target="/ppt/notesSlides/notesSlide19.xml" Id="R1b87e743b1c8402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45feee7af148fd" /><Relationship Type="http://schemas.openxmlformats.org/officeDocument/2006/relationships/notesSlide" Target="/ppt/notesSlides/notesSlide20.xml" Id="R1822e8659cd34ac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bf26b32fc8464f" /><Relationship Type="http://schemas.openxmlformats.org/officeDocument/2006/relationships/notesSlide" Target="/ppt/notesSlides/notesSlide21.xml" Id="Rbc098dfaf4cc473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f4fa708cc5414e" /><Relationship Type="http://schemas.openxmlformats.org/officeDocument/2006/relationships/notesSlide" Target="/ppt/notesSlides/notesSlide22.xml" Id="R15aa54c2cb3c4ed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9d1e4bedb84acd" /><Relationship Type="http://schemas.openxmlformats.org/officeDocument/2006/relationships/notesSlide" Target="/ppt/notesSlides/notesSlide23.xml" Id="Raa54843ac00c4a4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7297396d0d47b3" /><Relationship Type="http://schemas.openxmlformats.org/officeDocument/2006/relationships/notesSlide" Target="/ppt/notesSlides/notesSlide24.xml" Id="Rb64566073a02474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f9074ec4f74404" /><Relationship Type="http://schemas.openxmlformats.org/officeDocument/2006/relationships/notesSlide" Target="/ppt/notesSlides/notesSlide25.xml" Id="R80b2164a101f421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f66869e6204e05" /><Relationship Type="http://schemas.openxmlformats.org/officeDocument/2006/relationships/notesSlide" Target="/ppt/notesSlides/notesSlide26.xml" Id="Rc6ce00a5d76a458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7400d535d64f33" /><Relationship Type="http://schemas.openxmlformats.org/officeDocument/2006/relationships/notesSlide" Target="/ppt/notesSlides/notesSlide27.xml" Id="R8ee2c6440d3a487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06c6d0d32f4637" /><Relationship Type="http://schemas.openxmlformats.org/officeDocument/2006/relationships/notesSlide" Target="/ppt/notesSlides/notesSlide28.xml" Id="Rd7d9b5fddda243f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0b473c648546f4" /><Relationship Type="http://schemas.openxmlformats.org/officeDocument/2006/relationships/notesSlide" Target="/ppt/notesSlides/notesSlide29.xml" Id="R96a4d589bb14448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236d20fbbb4c43" /><Relationship Type="http://schemas.openxmlformats.org/officeDocument/2006/relationships/notesSlide" Target="/ppt/notesSlides/notesSlide30.xml" Id="R3474b474824a41d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0524f9a78e42ac" /><Relationship Type="http://schemas.openxmlformats.org/officeDocument/2006/relationships/notesSlide" Target="/ppt/notesSlides/notesSlide31.xml" Id="R3a2e835f66e9415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5d703acfec45cf" /><Relationship Type="http://schemas.openxmlformats.org/officeDocument/2006/relationships/notesSlide" Target="/ppt/notesSlides/notesSlide32.xml" Id="R206ff26d70cb401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214186315c44f9" /><Relationship Type="http://schemas.openxmlformats.org/officeDocument/2006/relationships/notesSlide" Target="/ppt/notesSlides/notesSlide33.xml" Id="R66f5022ec33c4a0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4cb3e00bc54451" /><Relationship Type="http://schemas.openxmlformats.org/officeDocument/2006/relationships/notesSlide" Target="/ppt/notesSlides/notesSlide34.xml" Id="R921262f7464a46d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b4c20babd44471" /><Relationship Type="http://schemas.openxmlformats.org/officeDocument/2006/relationships/notesSlide" Target="/ppt/notesSlides/notesSlide35.xml" Id="R5f8c84b54df146b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b6d6d825cb4358" /><Relationship Type="http://schemas.openxmlformats.org/officeDocument/2006/relationships/notesSlide" Target="/ppt/notesSlides/notesSlide36.xml" Id="R42b2a80fef0a48b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2d4b71843e406d" /><Relationship Type="http://schemas.openxmlformats.org/officeDocument/2006/relationships/notesSlide" Target="/ppt/notesSlides/notesSlide37.xml" Id="R2d20a5a176074bf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39a6a238254058" /><Relationship Type="http://schemas.openxmlformats.org/officeDocument/2006/relationships/notesSlide" Target="/ppt/notesSlides/notesSlide38.xml" Id="R512c19b213ba41c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e7de65fb8945ae" /><Relationship Type="http://schemas.openxmlformats.org/officeDocument/2006/relationships/notesSlide" Target="/ppt/notesSlides/notesSlide39.xml" Id="Rf96280ae866846c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1f02271ffc4f0a" /><Relationship Type="http://schemas.openxmlformats.org/officeDocument/2006/relationships/notesSlide" Target="/ppt/notesSlides/notesSlide40.xml" Id="Rda5ab2720be547b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5eb7ea2edc4a0a" /><Relationship Type="http://schemas.openxmlformats.org/officeDocument/2006/relationships/notesSlide" Target="/ppt/notesSlides/notesSlide41.xml" Id="Rc51ca12ab21449c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2b230badbd47de" /><Relationship Type="http://schemas.openxmlformats.org/officeDocument/2006/relationships/notesSlide" Target="/ppt/notesSlides/notesSlide42.xml" Id="R334f483e389c40d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376ea61cd64797" /><Relationship Type="http://schemas.openxmlformats.org/officeDocument/2006/relationships/notesSlide" Target="/ppt/notesSlides/notesSlide43.xml" Id="Rd95f6cba969c42f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0d068ae2714070" /><Relationship Type="http://schemas.openxmlformats.org/officeDocument/2006/relationships/notesSlide" Target="/ppt/notesSlides/notesSlide44.xml" Id="R7cbf55ed5a534c7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973e8a9cb54d3d" /><Relationship Type="http://schemas.openxmlformats.org/officeDocument/2006/relationships/notesSlide" Target="/ppt/notesSlides/notesSlide45.xml" Id="R37c53efabb7f421a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0710a28f664044" /><Relationship Type="http://schemas.openxmlformats.org/officeDocument/2006/relationships/notesSlide" Target="/ppt/notesSlides/notesSlide46.xml" Id="R929678b8d68f490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5cf1219a2c4618" /><Relationship Type="http://schemas.openxmlformats.org/officeDocument/2006/relationships/notesSlide" Target="/ppt/notesSlides/notesSlide47.xml" Id="R1ade63cb3b074e9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547b01cca0487b" /><Relationship Type="http://schemas.openxmlformats.org/officeDocument/2006/relationships/notesSlide" Target="/ppt/notesSlides/notesSlide48.xml" Id="Rd75a5eab13fb4e3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0c0460d5e7464e" /><Relationship Type="http://schemas.openxmlformats.org/officeDocument/2006/relationships/notesSlide" Target="/ppt/notesSlides/notesSlide49.xml" Id="Rb15b17caf7024ec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a2ffa252724c12" /><Relationship Type="http://schemas.openxmlformats.org/officeDocument/2006/relationships/notesSlide" Target="/ppt/notesSlides/notesSlide50.xml" Id="R1349ac51ab9a469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91be9fc1c940df" /><Relationship Type="http://schemas.openxmlformats.org/officeDocument/2006/relationships/notesSlide" Target="/ppt/notesSlides/notesSlide51.xml" Id="R8d002e304093438e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4064ae27174f8f" /><Relationship Type="http://schemas.openxmlformats.org/officeDocument/2006/relationships/notesSlide" Target="/ppt/notesSlides/notesSlide52.xml" Id="Ra73d7ee070bd4587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8cbd72d5e546b2" /><Relationship Type="http://schemas.openxmlformats.org/officeDocument/2006/relationships/notesSlide" Target="/ppt/notesSlides/notesSlide53.xml" Id="R6b4267c04bd34c8b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654c5c1ecc4364" /><Relationship Type="http://schemas.openxmlformats.org/officeDocument/2006/relationships/notesSlide" Target="/ppt/notesSlides/notesSlide54.xml" Id="R2b35f70dcf73450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77a45e4a1d4cfd" /><Relationship Type="http://schemas.openxmlformats.org/officeDocument/2006/relationships/notesSlide" Target="/ppt/notesSlides/notesSlide55.xml" Id="R09acd5e6efb94e4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1c5eacb594474e" /><Relationship Type="http://schemas.openxmlformats.org/officeDocument/2006/relationships/notesSlide" Target="/ppt/notesSlides/notesSlide56.xml" Id="Rd508a0c068484dd7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2257ca6a2e4487" /><Relationship Type="http://schemas.openxmlformats.org/officeDocument/2006/relationships/notesSlide" Target="/ppt/notesSlides/notesSlide57.xml" Id="R296e29c93e864516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e69008a02c4e5b" /><Relationship Type="http://schemas.openxmlformats.org/officeDocument/2006/relationships/notesSlide" Target="/ppt/notesSlides/notesSlide58.xml" Id="R5b4d9126f3c54d37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d48ec827254510" /><Relationship Type="http://schemas.openxmlformats.org/officeDocument/2006/relationships/notesSlide" Target="/ppt/notesSlides/notesSlide59.xml" Id="R6360b65fda044717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c99a60de0c47bd" /><Relationship Type="http://schemas.openxmlformats.org/officeDocument/2006/relationships/notesSlide" Target="/ppt/notesSlides/notesSlide60.xml" Id="R249733830c1541af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1bc665d42d4ecb" /><Relationship Type="http://schemas.openxmlformats.org/officeDocument/2006/relationships/notesSlide" Target="/ppt/notesSlides/notesSlide61.xml" Id="R1afd31b3af3e4260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23ea6606834f6a" /><Relationship Type="http://schemas.openxmlformats.org/officeDocument/2006/relationships/notesSlide" Target="/ppt/notesSlides/notesSlide62.xml" Id="Rc722931bc48443c5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4df0c74b474371" /><Relationship Type="http://schemas.openxmlformats.org/officeDocument/2006/relationships/notesSlide" Target="/ppt/notesSlides/notesSlide63.xml" Id="R6d5055752ae0498e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74cf339b2845d2" /><Relationship Type="http://schemas.openxmlformats.org/officeDocument/2006/relationships/notesSlide" Target="/ppt/notesSlides/notesSlide64.xml" Id="R5caaa8b1ff6a49ee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0b9c8f07fc4cb1" /><Relationship Type="http://schemas.openxmlformats.org/officeDocument/2006/relationships/notesSlide" Target="/ppt/notesSlides/notesSlide65.xml" Id="Re72477df1fc9434b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f7f8d2d4164565" /><Relationship Type="http://schemas.openxmlformats.org/officeDocument/2006/relationships/notesSlide" Target="/ppt/notesSlides/notesSlide66.xml" Id="R33e73c8d205e4b87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ad496633c046dd" /><Relationship Type="http://schemas.openxmlformats.org/officeDocument/2006/relationships/notesSlide" Target="/ppt/notesSlides/notesSlide67.xml" Id="R41b88da7975d4efa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e3d3ee924a45d6" /><Relationship Type="http://schemas.openxmlformats.org/officeDocument/2006/relationships/notesSlide" Target="/ppt/notesSlides/notesSlide68.xml" Id="Rf3a1bc54eaf04d74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89562e5f434db4" /><Relationship Type="http://schemas.openxmlformats.org/officeDocument/2006/relationships/notesSlide" Target="/ppt/notesSlides/notesSlide69.xml" Id="Re12364dbded049da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dab4f5ae29460c" /><Relationship Type="http://schemas.openxmlformats.org/officeDocument/2006/relationships/notesSlide" Target="/ppt/notesSlides/notesSlide70.xml" Id="R6bf81d5fbed24cc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782C7F-8151-4956-AAAA-811253E8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B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B59FC-0B4F-4136-9527-D6A42A1C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F5EC1-F861-4578-995F-E96456A6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52AE3-C273-4ACC-8BDC-6DE3BD6A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4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160CA-5266-4690-94A6-FD49CFB3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76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대한항공 예약 시스템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F898A-B584-4BBB-9E9F-F59A010A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Iteration 4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Final Deck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F39B9-545F-479D-9CA5-FF824DD0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E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CEEFF"/>
                </a:solidFill>
                <a:latin typeface="Apple SD Gothic Neo"/>
                <a:ea typeface="Apple SD Gothic Neo"/>
                <a:cs typeface="Apple SD Gothic Neo"/>
              </a:rPr>
              <a:t>JavaFX migration + 9 GoF Design Patterns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4BCF2-6A6F-49F5-A043-72D08CAA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00125"/>
            <a:ext cx="590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교과서 구조와 실제 코드가 1:1로 보이도록 재구성한 수정판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022BB-A7EE-48AB-B3F3-28198F56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5CA7D-8464-4340-8626-9596CF8A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90E15-0E55-4D81-AF26-6CF432EE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43150"/>
            <a:ext cx="548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01 · 기능보다 DP 코드 구조 강화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EB21A-EC7D-44F2-886F-C0BE0762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67000"/>
            <a:ext cx="548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각 DP마다 역할, method, attribute, 시연 포인트 분리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2F1E2-0D36-47E8-B7D6-C25746B2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86125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529CC-BC87-4E01-9BD9-05E79A65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861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5B853-4F4A-434A-8BB0-4E323B52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38525"/>
            <a:ext cx="548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02 · 깨짐 방지형 레이아웃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18754-EFA1-45F2-95D3-929EC43C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62375"/>
            <a:ext cx="548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큰 표를 쪼개고 코드 블록은 한 장에 하나만 배치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00916-AA3C-46F3-94F8-50D757C7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815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BF6AD4-1DC5-479F-8060-8CF964D8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81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5C23E5-1CE1-434C-800E-B6CBA4DD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33900"/>
            <a:ext cx="548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rPr>
              <a:t>03 · Google Doc + 실제 코드 대조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D7E03C-FE67-4451-A0B4-37ED2517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57750"/>
            <a:ext cx="548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틀리기 쉬운 Factory/State/UI migration 표현 정정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CAF860-0266-4197-BBD3-00E26234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1EFA36-CB66-47CB-B5B0-7B2066F9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FAD490-7B8E-4C2E-85DB-2176E464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01 / 70</a:t>
            </a:r>
          </a:p>
        </p:txBody>
      </p:sp>
    </p:spTree>
    <p:extLst>
      <p:ext uri="{BB962C8B-B14F-4D97-AF65-F5344CB8AC3E}">
        <p14:creationId xmlns:p14="http://schemas.microsoft.com/office/powerpoint/2010/main" val="17807693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C09FEF-5F1A-464E-A496-E4364766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AFFA7-1FA3-4C44-A872-D73D0AFF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FIX DIRECTION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D52BC-9364-4A04-8B83-329F4FA7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42B37-3AC6-46CD-9402-98374CAD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깨진 이유를 먼저 제거했다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2ED06-19F1-4F2F-8621-DA5E568F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표와 코드가 한 페이지에 과밀하게 들어간 것이 가장 큰 문제였다.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BE9DD-9BDC-42F0-BC9F-984717FD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605E2-33D3-40F5-ABA2-351DB657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9F371-A655-42CD-AE22-CC7B414C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90750"/>
            <a:ext cx="9544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큰 표는 4~6행 단위로 분리하고, 본문 글자 크기를 14pt 이상으로 유지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55583-B4F3-42A9-8669-0D9FACE2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717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3D76C-8A82-4D3C-B197-6D341A61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D9A11-73A0-404B-AE49-D8F19199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544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DP 설명은 한 장에 하나의 주장만 배치: 역할 매핑, 코드, 흐름, 시연을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933627-149A-428A-9DFC-AD016381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B32DC-3420-4E8E-BEF4-4C1ECA45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08132-9002-482B-9960-E8BFA2C6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9544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틀릴 확률이 높은 문구는 실제 Java 코드 기준으로 정정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32297-2C3D-45F0-8D4A-91A40B4E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766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36031C-D78F-4B9F-9862-F01BEBAE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0405A4-F1BC-4B13-BB00-8510226D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8100"/>
            <a:ext cx="9544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발표자가 VS Code에서 바로 찾을 수 있도록 Ctrl+F 키워드까지 남김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34C1A8-A0D6-429C-9C49-26AA5B81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050C2-2D07-4115-B2BA-E1040A66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899CDA-8B77-4A03-881D-7EBF2DDD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72150"/>
            <a:ext cx="948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발표 포인트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02E298-9E30-440D-A277-D4B36B84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96000"/>
            <a:ext cx="948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이번 deck은 페이지 수를 늘려 가독성을 확보한 수정판이다.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650528-3954-4981-B626-12738D99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15A409-DC61-454A-8A97-83CF36AC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E69B64-FFA5-40CB-8B97-24C0060E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02 / 70</a:t>
            </a:r>
          </a:p>
        </p:txBody>
      </p:sp>
    </p:spTree>
    <p:extLst>
      <p:ext uri="{BB962C8B-B14F-4D97-AF65-F5344CB8AC3E}">
        <p14:creationId xmlns:p14="http://schemas.microsoft.com/office/powerpoint/2010/main" val="16919747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66BA18-0808-4E48-B45F-BA833466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86D87-655B-4C44-9656-C5A0FA03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SOURCE ALIGNMENT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5FA08-5885-4304-82EE-2570D602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26DAE-74E4-4D6A-9AC9-AAF6882F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Google Doc은 가져오되, 코드는 다시 대조했다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D3EAC-0E30-488F-92D9-8A3F3A21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문서 내용과 실제 구현이 어긋나는 부분을 정정했다.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CFB10-140A-444D-AD60-D07A775A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B230A-9829-47B9-9061-EC8F7AC9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C4703-6369-4D66-8A78-E44EEDAC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Google Doc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6FF92-7B32-43D6-924A-6213E396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Form #1~#3, Section 4~16을 deck의 주요 흐름으로 사용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FDC1E-81C5-4BFF-8409-4324DCE6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F0FB7-5492-4904-AD99-9BB28EF7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F3AA1-6521-4888-9ECB-100C7F76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479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Actual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D0BA9-20E5-489E-B287-E9F6FD6E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State, Factory Method, JavaFX migration 표현은 실제 클래스 기준으로 보정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9BBE3-5921-494D-B2C5-C27337DA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24202-8FF2-4F4E-B59D-18B42C2D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16D6B-7CFC-4544-88D7-B98D4A11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rPr>
              <a:t>PDF/PPTX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0DA28B-4244-4DBB-ADBE-DDDA0D83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깨진 표와 과밀 코드 페이지를 재설계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131DF-E9E5-4D78-A9F4-937E6A0B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DEE302-E7EF-436B-A22E-BD818461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76420B-FA2C-4A34-B67E-8FAE4D3F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385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App Pattern Guide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21A0FB-637A-4D4C-A1C6-4BCB98C9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6240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앱 안에서 보는 DP 설명도 같은 논리로 맞춤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A215D3-6622-4009-9EB5-A777C607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0F96F9-E85B-4789-929F-42A5A63E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93A849-6E3F-4461-AC27-7671E810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03 / 70</a:t>
            </a:r>
          </a:p>
        </p:txBody>
      </p:sp>
    </p:spTree>
    <p:extLst>
      <p:ext uri="{BB962C8B-B14F-4D97-AF65-F5344CB8AC3E}">
        <p14:creationId xmlns:p14="http://schemas.microsoft.com/office/powerpoint/2010/main" val="7390241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AE7E8B-D53B-44B5-9B42-E9958D16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0AE85-2DEC-4EC2-9AD9-E86357ED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PRESENTATION PRIORITY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2FA2F-B1B6-4CF8-B4CD-F1B5726E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A412F-5A6A-415B-AF91-5CBDA73E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점수 비중은 DP 코드 강화에 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328E4-2D59-44D0-BE06-63E79541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기능 목록은 짧게, 패턴별 논리 구조를 길게 가져간다.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6EBAA-984C-4959-8C0E-166735F2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835AE-F331-44EB-AC6F-C555520B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2F2A8-9DC0-4E71-A426-1D544472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90750"/>
            <a:ext cx="9544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기능/변경사항: 무엇을 만들었는지 20%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BF060-12A7-4EC7-9C0C-E7EB4390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717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FC469-A57A-42BF-AA0C-85A0715B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47534-FB7A-466B-83EC-36FBB72D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544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UI migration: 왜 JavaFX로 바꿨는지 20%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982F2-2868-4FB3-9EB4-3D69EE02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2C953-F530-4EFF-AACB-62913859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B79953-4181-4D14-B8CD-117373F1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9544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DP별 코드 구조: 실제 method와 attribute 흐름 60%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19F40-C80A-4C6E-A143-CF613244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766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33D40B-31CA-4CD7-9B2D-1B801773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4CB2F7-08B0-4EE6-95ED-0A631812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8100"/>
            <a:ext cx="9544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시연: 화면, 터미널 로그, VS Code 코드가 같은 설명을 하게 구성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46589-2FF5-4959-B76A-544A6174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766C32-2E4B-482F-A199-DC0192E7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359FFE-D825-4DC0-8F71-478BBFEC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04 / 70</a:t>
            </a:r>
          </a:p>
        </p:txBody>
      </p:sp>
    </p:spTree>
    <p:extLst>
      <p:ext uri="{BB962C8B-B14F-4D97-AF65-F5344CB8AC3E}">
        <p14:creationId xmlns:p14="http://schemas.microsoft.com/office/powerpoint/2010/main" val="18533993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C617D6-2C83-40BB-B8F7-1CE49947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AEF83-913D-4E3E-93FE-BEB6ECE4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DECK READING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C41AA-1329-40DB-84FF-6FFAE60C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F22FD-8D0B-421F-81DF-86699A83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각 DP는 5장 고정 구조로 읽는다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6F123-0099-4637-8562-6D264CEE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교과서 예시와 같은 방식으로 매번 반복된다.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803DA-B921-49E0-A885-3BAAB102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8F78D-620D-403D-B126-C2D4A0C1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3CD03-98ED-45AB-B011-9FE6C9E6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1. 문제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7DFD9-952E-4ADF-894E-7A03D74C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왜 이 패턴이 필요했는가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54429-8DB2-4AAC-8E95-5D567313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555FE-D82F-47BC-80CA-D0D67917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60302-4EB0-4110-8A8A-029F20A5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4790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2. 역할 매핑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8390A-D48E-4E07-BE28-2AF8464B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717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GoF role ↔ 우리 클래스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68A86D-0119-4456-B867-C7A3DF1D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035BC-8ACE-4505-9723-93954BD1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4C7D2-C26E-46DF-B20E-D41E3A36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4790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rPr>
              <a:t>3. 코드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2065D3-6EC9-448A-BA27-47BECFF5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핵심 method와 attribute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EFD3E-0D0E-4719-A92F-1EA1DE95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EEBB21-9815-4FBF-994F-A21C0BFF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1E147-D5E5-4A93-A8E4-C9FE564D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6710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4. 호출 흐름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D9DBAE-76DC-4FC7-ABAF-42FFF292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버튼 → control → domain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A55246-71FA-42F4-A735-88363C6B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14700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F5779A-6834-46F5-9AF7-A2C35DCD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147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29C475-BA11-4E0E-824F-176E3144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6710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5. 시연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BD96AD-3A19-45DB-B424-8C3948B6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909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화면, 로그, Ctrl+F 위치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BB7371-A1F2-4061-B8A1-FB77D39A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8020D8-C302-4D1A-94FE-DD58EAB6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C56DBB-FF86-46DF-89A1-16B90201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05 / 70</a:t>
            </a:r>
          </a:p>
        </p:txBody>
      </p:sp>
    </p:spTree>
    <p:extLst>
      <p:ext uri="{BB962C8B-B14F-4D97-AF65-F5344CB8AC3E}">
        <p14:creationId xmlns:p14="http://schemas.microsoft.com/office/powerpoint/2010/main" val="19880518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4C674C-4D81-4C0A-A2DA-95B01416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817DD-FF7F-4506-B12B-C78F17AB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FORM #1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F19EE-F0FC-48D7-A98A-6F9649F5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13D4C-9929-48FF-8959-247A750C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누적 기능 Inventory — 검색/예약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3EF6F-E323-4B42-B324-6A1577A0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기능 자체보다 어떤 DP를 노출하는지가 중요하다.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27149-A202-46B4-ADED-B1315492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C6C78-48A5-4FB4-9616-8BA66D29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영역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6976C-DB39-4A1A-83C5-D16E8909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09800"/>
            <a:ext cx="478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기능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D5AC0-C813-4BB0-A5CC-BCE18D1F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098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Iteration / DP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ED78A-2A51-4C36-9B5B-EB87DEE5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4E611-DCAE-4367-B9E5-0B4E0D5D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B0D3C-C2C1-464C-B7B2-2550EB63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38425"/>
            <a:ext cx="478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직항/왕복/환승/다구간 검색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803B3-EE7D-492A-A0B5-72E8FAAC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38425"/>
            <a:ext cx="3257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iter1, iter3, iter4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B202F-96D5-4145-B9D2-B1DE09E3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E6E76-403D-43E6-BC23-49979E0B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DD8AD-06D2-4E31-ADEA-609120A7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95625"/>
            <a:ext cx="478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SEL/TYO/NYC/LON city-code 확장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9251D-FD58-4261-9A15-2999093D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95625"/>
            <a:ext cx="3257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* iter4 · Composite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816E8C-A3A9-4A06-B3C4-EB4086D2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5739B0-682A-47C1-9277-B05C89E5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Booking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C8094-DC8A-4DB7-BB77-ADDA50AB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52825"/>
            <a:ext cx="478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승객정보, 좌석 선택, 결제, 확정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812794-1211-47DF-873A-9C2922CA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52825"/>
            <a:ext cx="3257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iter1~4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9AA88-6863-411D-B293-B73943A9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BDA89A-B2D9-475B-BC5B-CE68599C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28EB60-E917-4789-B881-9EAC6892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10025"/>
            <a:ext cx="478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레그룸/라운지 add-on 요금 누적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F4C74B-C875-404B-9477-5718BBE2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10025"/>
            <a:ext cx="3257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* iter4 · Decorator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3AFEB6-A2D0-472E-96B1-FC2E50FB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D0AFB-C7E2-4AF0-A4E0-54415F9C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Payment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686152-ABFE-46FB-9E2E-FC858C68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67225"/>
            <a:ext cx="478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카드/KakaoPay/ApplePay/계좌/마일리지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C9CE57-CEB2-426A-8F0C-E0D57566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67225"/>
            <a:ext cx="3257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* iter4 · Factory + Adapter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BAC3E6-B5D6-4BC1-BD99-564BE3F0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D7DF71-77D2-4F2B-96B8-C2939CDF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9A0B55-6361-41F6-AC9C-0F4ED13A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06 / 70</a:t>
            </a:r>
          </a:p>
        </p:txBody>
      </p:sp>
    </p:spTree>
    <p:extLst>
      <p:ext uri="{BB962C8B-B14F-4D97-AF65-F5344CB8AC3E}">
        <p14:creationId xmlns:p14="http://schemas.microsoft.com/office/powerpoint/2010/main" val="21324233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9B8B88-DE82-4D24-8F7C-D7D0BCC5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D7B3E-DBAD-425C-8E27-FE90EBC4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FORM #1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121C0-81BF-4E25-A727-10D573AB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5F49E-9452-43A8-9DAF-571F6DDC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누적 기능 Inventory — 조회/환불/e-Ticket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7B0FE-56FC-4713-8FE0-CD37D2C2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iter2~4 기능은 데모에서 State, Strategy, Observer와 연결된다.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EAE84-0BD2-46CD-9EB6-FB087FF7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69969-AF8F-41D0-B7C7-C040E3ED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영역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53A88-7A00-424F-92E5-23EEC49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09800"/>
            <a:ext cx="478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기능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CA8C8-34E0-4B06-AE18-120CF4BF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098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Iteration / DP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DA5E3-06EF-42B5-9B53-A6CC2BB6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9EF94-64B7-4346-AC87-513BF80B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Lookup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2125C-F9DD-44DF-B6D5-ACB726B1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38425"/>
            <a:ext cx="478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회원 예약 조회 / Guest PNR 조회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A6266-30F0-4EE9-8106-1945FC14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38425"/>
            <a:ext cx="3257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iter2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C9DB8-4E61-4E05-A40B-5C2DBA12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B8F96-EFB2-4B0B-B704-5D827684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Cancel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FFC1A-E4ED-4D47-8C70-B4C5925D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95625"/>
            <a:ext cx="478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Confirmed/Ticketed에서 취소 요청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4B5C24-73FC-4937-BE67-DD02C42A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95625"/>
            <a:ext cx="3257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iter2 ·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E6915-E7EF-43A9-972E-BE79A320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55363A-FB3D-4D19-A299-63B870D7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Refund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2C6A20-5B60-44F4-A08A-9E9179EB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52825"/>
            <a:ext cx="478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Full/Partial/No 환불 정책 선택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0C4DCF-63CC-4015-8B92-20A0543E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52825"/>
            <a:ext cx="3257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iter2 · Strategy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DB06FC-BA0A-4E8C-9A80-4AD3964A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996157-4214-490B-9B4D-6A883FC5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Ticket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0015E-EB1C-4A34-9C70-8F5F724F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10025"/>
            <a:ext cx="478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plain/html/boarding pass 포맷 렌더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C7DDD4-4508-40C4-A61D-122A3D24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10025"/>
            <a:ext cx="3257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* iter4 · Template Method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7294DA-D033-49E7-AAE7-5EF5DB41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2A412B-57D5-4DE5-951A-A44E3626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Bus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7A35CD-1877-4008-8449-B3E7F3BF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67225"/>
            <a:ext cx="478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발권 이벤트 후 우등고속 버스 연계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835219-0A43-4D80-A5A3-B60EB37E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67225"/>
            <a:ext cx="3257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iter3 · Observer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924735-34D9-48E8-9DE9-E6B761CC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6199F7-EA88-4ADF-BD84-970493E1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20BF56-1238-4FFE-BD57-6392F2C0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07 / 70</a:t>
            </a:r>
          </a:p>
        </p:txBody>
      </p:sp>
    </p:spTree>
    <p:extLst>
      <p:ext uri="{BB962C8B-B14F-4D97-AF65-F5344CB8AC3E}">
        <p14:creationId xmlns:p14="http://schemas.microsoft.com/office/powerpoint/2010/main" val="2705129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E4B520-3D66-4336-BEA9-81CF4C48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30032-A44B-425D-BAD3-88C39DAC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FORM #2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FCCC3-041E-45C2-ABA6-5FA263E2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EB5AA-421B-4AF2-A30D-C478D0C6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Extension Inventory — 완료된 확장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EB6E7-3D8C-40CF-9FB6-60AACC55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완료/부분/후속을 구분해 말한다.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EF99C-D4D4-4B3C-B5A6-A15613A2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01340-FE92-489D-AAE1-CF449093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Base feature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E6935-A266-4F83-A71B-28D2F7D3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09800"/>
            <a:ext cx="459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Extension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F37C2-F315-4ACA-88FA-9A5A2FC5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09800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64300-339D-4355-9F54-C24B2012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DBBF8-6320-4738-B33F-673BAB51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Payment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5E19A-3E0C-4943-8B1C-022F446B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38425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결제수단 routing 확장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467D4-9DD6-4E54-9169-4AC2CAFF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3842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Done · Factory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7BB2AB-3E3C-4CEA-86F7-FFF2B01F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C9DE5-52F2-4F76-93DD-3664615A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Mileage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EC8D0-FF44-4BFE-88BB-3917B476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95625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외부 Skypass API를 내부 interface로 변환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199378-C6EE-426B-9F32-0A89DDDE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9562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Done · Adapter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C3820A-F170-4A78-9A32-006EB42E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C16354-272C-4423-B07B-1532C364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6C5C8C-5458-4338-B6E5-4C497F26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52825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옵션 조합을 wrapper chain으로 누적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63EDF5-D03E-4473-9C19-2446AD45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5282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Done · Decorator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F1816A-A597-4E35-8861-36516EA2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C9D934-459A-45F5-8B35-F7D4E262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e-Ticket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B5F323-1F24-4613-8AC9-24172378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10025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동일 ticket data를 다중 포맷으로 출력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3B815D-F579-4D06-8FB6-89D4B35F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1002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Done · Template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790E40-DE19-4930-BCA2-4A2B7523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D826E7-0D29-455A-97B4-47ED9FB9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Settings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179527-813F-48A2-824E-EADCE0FF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67225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전역 설정 live re-render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8DF0E2-6A46-4C7B-A511-61F3C259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6722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Done · Singleton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76652B-A12D-461E-ADC2-ED38A929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2B9126-87E6-4690-A0F5-AC3F7640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639C1A-4B18-4FB5-8A20-9EA29C43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08 / 70</a:t>
            </a:r>
          </a:p>
        </p:txBody>
      </p:sp>
    </p:spTree>
    <p:extLst>
      <p:ext uri="{BB962C8B-B14F-4D97-AF65-F5344CB8AC3E}">
        <p14:creationId xmlns:p14="http://schemas.microsoft.com/office/powerpoint/2010/main" val="11599063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5CB39F-389C-4878-AE12-C9F6FAB9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60C67-F5CC-4702-9F9A-B1D2D814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FORM #2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06F83-CA30-49AD-9217-EAED399F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186CB-CBC7-40AE-8B36-6EDA252A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Extension Inventory — 한계와 후속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891E9-B863-480C-A783-3789BF73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숨기지 않고 범위를 명확히 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6BB48-19B2-4EA4-8933-8697F815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DFD63-283C-4E27-B42A-D34251D1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항목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9DAC6-3FC8-4D0E-A97F-98FAFE60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09800"/>
            <a:ext cx="3733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현재 상태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A3A02-5E7D-4989-BA2E-460BD9E1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09800"/>
            <a:ext cx="3162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발표 표현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32A31-21BC-4F0B-AABC-084EF53B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BD24C-53BA-4CFD-B26A-C1BE098F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Admin auth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2D65E-CA74-45D4-BB84-A26BE770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38425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backend stub 수준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6C78B-0A20-4B03-9215-395474A7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38425"/>
            <a:ext cx="3162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post-course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8E2728-131E-4309-B4F0-6A6FDA16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086EC0-1308-4108-80CB-8BA7A05A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e-Ticket PDF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6704F-0605-46BA-AE95-F0ADC4C0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95625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renderer abstraction만 있음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89CC20-AED3-43B9-92B9-DD3FF07D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95625"/>
            <a:ext cx="3162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후속 확장 가능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AF7888-F054-4CB9-94F2-751F71F5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751B58-B08A-4420-9D43-26D90E5B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Mileage accrual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274A40-ED36-4D56-A95B-1D209330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52825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차감 중심 구현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B8E83E-5DB5-4D67-9D7B-04AC2118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52825"/>
            <a:ext cx="3162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post-course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82A23-ABCB-4DB1-BCFF-8E9DD88E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63956D-78A0-4A51-8F15-62EDAD05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Real Skypass HTTP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E66C4B-083C-424F-8563-7581AF1B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10025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Adapter seam 있음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A6CA51-3A22-4CDA-A026-EC470347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10025"/>
            <a:ext cx="3162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교체 지점 준비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29A948-913D-4F90-B3FD-75ABBFE2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3B194D-F88A-4F19-8FA1-91AB452F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Seat on e-ticket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9326E8-7C56-43A4-B600-B0A7B16D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7225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domain link 제한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59B72B-1402-4D82-A7FB-2D184CA1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67225"/>
            <a:ext cx="3162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known limit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17209C-41AF-424A-835E-B48E02CE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5AC4AC-42CC-4A3D-A2AD-2143017B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12EC9A-02C4-49CE-B0BB-E5479AE9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09 / 70</a:t>
            </a:r>
          </a:p>
        </p:txBody>
      </p:sp>
    </p:spTree>
    <p:extLst>
      <p:ext uri="{BB962C8B-B14F-4D97-AF65-F5344CB8AC3E}">
        <p14:creationId xmlns:p14="http://schemas.microsoft.com/office/powerpoint/2010/main" val="11502088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EB94C0-61A2-4584-87AB-8FB8BD71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DA6C9-E2E7-48E6-AFA5-E9EFE0BA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FORM #3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896C6-65E0-4383-AA41-81210F4A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EF1BF-E078-41EE-B82A-97DD6F0A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Refactoring / DP Inventory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35F44-751D-4BDD-B7EB-44C77427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각 iteration은 refactoring이 DP로 발전한 흐름이다.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16958-6461-45F0-B0BA-9D54FC15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273F6-E8DA-4FE9-B43C-5E464D9A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Iter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15042-BE7E-4DF2-94A3-A83A4CF5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209800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패턴/리팩토링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1B61A-5C74-4659-85FA-E158DF10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09800"/>
            <a:ext cx="592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핵심 클래스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5F620-B8E7-44E6-9542-08D749A4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B56A2-3177-4F75-B1B3-0F8961AE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B361C-16A8-4C0D-8A8B-DFFD17C9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63842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DP#1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30BC8-5D94-46C9-A724-988C3959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38425"/>
            <a:ext cx="592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Reservation, ReservationState, 8 concrete 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EBE3DB-477C-4383-B1B1-00B125BC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F175A-90B3-490F-9212-17AAC083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E5B4F-70AB-48E8-A89E-FF64E186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9562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DP#2 Strategy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F5849-417B-4BBD-9333-B97A2EED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95625"/>
            <a:ext cx="592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RefundHandler, RefundPolicy family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23E3B6-3CED-4869-994F-E37DDF6D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38F15F-9B7A-447C-B41C-D50D5AE3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80ABC4-2711-47DD-B083-4BFF8683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DP#3 Observer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247FE-404F-42A5-9B1F-681DD02D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52825"/>
            <a:ext cx="592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EventPublisher, EventListener, DomainEvent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2FEAC3-1B5B-4AE3-A9EB-5B10232E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E35628-4F26-4162-9699-501288EA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056E29-39DC-4287-B238-76697E80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1002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Refactoring#3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C178FB-8EDA-4E31-8817-13651BFF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10025"/>
            <a:ext cx="592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Swing → JavaFX, FXML/CSS/Controller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A38288-7E79-4577-A99E-26145C94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B3B9A3-D2A0-4533-99B8-0CD8C7B3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0B628A-37C0-42F9-BD4E-B77D680E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6722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DP#4~#9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B24125-0227-4201-8DD3-874BB734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67225"/>
            <a:ext cx="592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Composite, Singleton, Factory, Template, Adapter, Decorator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D3DC48-98D3-4188-B541-04427F88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94F709-3782-4174-B2DB-81B64921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973251-C10B-4477-9ABB-E190A132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10 / 70</a:t>
            </a:r>
          </a:p>
        </p:txBody>
      </p:sp>
    </p:spTree>
    <p:extLst>
      <p:ext uri="{BB962C8B-B14F-4D97-AF65-F5344CB8AC3E}">
        <p14:creationId xmlns:p14="http://schemas.microsoft.com/office/powerpoint/2010/main" val="4044795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05367F-CED8-44FE-BFA7-65A2D5FC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016D3-133D-4825-9BD4-09D4EF5E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ITERATION 4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98134-14F1-4351-BD73-13E5FCEB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E31EA-110D-428B-A521-B6951ABB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iter4의 핵심은 UI 노출 + 6개 DP 추가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D1ADC-1228-430D-AC49-D4487B2B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이전 backend capability를 실제 데모 가능한 화면으로 끌어올렸다.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BB43B-717C-4EF9-97C7-C227BFF3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EC885-E9C2-4A20-94CE-A2EC7C2A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C2864-92A3-49AB-AF8F-AE4856E6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UI migration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8FA4A-07B7-4621-86FD-650AFBE6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Swing 19파일 중심 구조를 JavaFX FXML/CSS/Controller로 재구성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86EC0-F604-4127-B22B-DFCE89BB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0E49A-5703-4F01-B552-031E043F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63DDE-409D-4DF6-93BB-57872AD1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479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All 9 patterns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ED7DB-92F4-4425-A487-4CEBC0DD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State/Strategy/Observer + iter4 신규 6개가 모두 화면에서 행사됨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92482-49B4-4260-A5A8-6D1DC05F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0F848-1717-4EA6-9F11-57FA42E2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9C949-9C16-4416-98C0-8B055214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rPr>
              <a:t>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1594A3-2DDB-4352-9194-0E488A55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Maven wrapper와 javafx-maven-plugin 기반 실행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BA9BF7-59EB-4E1E-B004-88390D40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8DE448-298B-4F01-BC1A-8C0304DD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4D13C9-0398-4F82-8D04-908B3179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385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FAC82B-AA5F-4B19-9050-A9B340BD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6240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결제, 좌석, 마일리지, e-Ticket, 설정, 환승 검색까지 연결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94E7A5-0EE5-4D56-B5BC-7F946BE2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4ECC69-F32B-4FEF-9A03-F4AB6ADD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D01669-7B34-444B-BEF9-508A0A8B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11 / 70</a:t>
            </a:r>
          </a:p>
        </p:txBody>
      </p:sp>
    </p:spTree>
    <p:extLst>
      <p:ext uri="{BB962C8B-B14F-4D97-AF65-F5344CB8AC3E}">
        <p14:creationId xmlns:p14="http://schemas.microsoft.com/office/powerpoint/2010/main" val="65829707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AFD396-F82C-41CB-A6B1-19823887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EA476-5E4B-4B43-86C9-1B0E3589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IMPORTANT CORRECTION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1224C-B09B-4F73-913E-923A561F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1A6C5-9D48-4643-8705-88090EF2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문서의 강한 표현은 발표에서 부드럽게 정정한다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F9AEA-367F-4E84-9809-28F3CF42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틀렸다고 말하기보다 실제 코드 기준으로 정확히 표현한다.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065E2-ACC3-420F-A65A-F93D727D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EBC58-3B48-41A1-8AFD-B153B93B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23DA9-6BC5-4196-86D7-BE57896E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90750"/>
            <a:ext cx="9544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State: interface와 concrete state 사이에 AbstractReservationState가 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365F5-66A4-4E85-A36E-F2A071E0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717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3A4A7-C4E8-4053-A6CD-C9987731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80A38-8A56-4F8E-B2A1-8255EC6A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544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Factory Method: PaymentProcessorFactory는 선택 helper, Creator는 PaymentMethodProcessor / ItineraryFactory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154E8-9939-4729-8A4B-2E842FD5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1317A0-B5AE-4F7F-9ECA-1C201281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F142C-8F8A-4512-A0A7-E5689FB9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9544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UI migration: Boundary 중심 전환이 맞지만 Control glue method가 일부 추가됨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00C10A-E891-4C33-B7F4-C04D198F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766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E9391-835C-44C8-94C2-E7B44B65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DFCC49-DBD6-4E19-8AD6-06229201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8100"/>
            <a:ext cx="9544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Domain: 핵심 DP 구조는 유지됐다고 말하는 것이 가장 안전함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DCF302-596B-4C49-87D2-CC333820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CEB107-191F-4831-9C13-93965C35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57BCAF-EABE-4E91-A788-BDEF593E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72150"/>
            <a:ext cx="948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발표 포인트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777030-9FC5-456D-825F-AD8A495B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96000"/>
            <a:ext cx="948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이 페이지는 Q&amp;A 방어용으로 중요하다.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DC005B-867C-4C0E-81BF-2924B7CB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4720E4-6305-4F3D-83CF-42BB4DCE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94863D-3D51-48ED-BD8C-AB3E7504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12 / 70</a:t>
            </a:r>
          </a:p>
        </p:txBody>
      </p:sp>
    </p:spTree>
    <p:extLst>
      <p:ext uri="{BB962C8B-B14F-4D97-AF65-F5344CB8AC3E}">
        <p14:creationId xmlns:p14="http://schemas.microsoft.com/office/powerpoint/2010/main" val="114525157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50591D-702C-41D6-B3C7-3377BAE9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58A0A-24D4-4662-9324-A176ABCA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JAVAFX MIGRATION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7FFEC-39E1-4409-BF51-70FF2103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C31CC-3191-405B-9DCB-E6F2782A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Swing → JavaFX: Boundary를 갈아끼우는 리팩토링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722DE-2AAC-4A29-8AC8-8738D78C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설계 패턴은 Control/Domain에 두고 화면은 FXML/CSS/Controller로 분리했다.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F5B47-0ADE-496D-82BC-F86FD643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B71BF-5698-4CDE-87B2-9B3231DC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F56CA-3E61-4493-BC0B-1748AC52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Before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3D29A-3ED7-4C4D-B800-99E1643B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Swing layout code가 화면 구조와 스타일을 함께 가짐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019B8-FBDE-4E22-8321-D5E3B034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5241B-5279-4C59-9771-0E7A8D21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D1949-A79C-44C0-B8C5-C7A329E3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479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After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98280D-642A-49F8-95EF-C04DEF71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FXML = 구조, CSS = 스타일, Controller = 이벤트 처리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97B1A-5C30-4A43-A428-EB74CC24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E2C2D-5000-4EC3-A930-C2B50C52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99304-756B-4F26-8C53-00793A7C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rPr>
              <a:t>Why safe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CA527E-E7CD-49FB-8595-3B00F7B4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패턴 객체는 Control/Domain에 있어 UI toolkit 교체 영향이 작음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BF3ACF-5CA3-4F7F-95FE-DDE9A3BE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2C8F8D-BC32-40F9-9D5A-5604315E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B1F71-E7F6-40DF-8616-7DA73875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385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Demo value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573266-04EB-400B-A881-CB47761C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6240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Pattern Guide, Settings, payment/seat/ticket 화면에서 DP가 직접 보임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CB6141-FC22-41EF-8B0A-67F089ED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0C17CF-36EB-4F75-8C91-6A270CFD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E99368-F4B1-4B75-B6D9-63960F91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13 / 70</a:t>
            </a:r>
          </a:p>
        </p:txBody>
      </p:sp>
    </p:spTree>
    <p:extLst>
      <p:ext uri="{BB962C8B-B14F-4D97-AF65-F5344CB8AC3E}">
        <p14:creationId xmlns:p14="http://schemas.microsoft.com/office/powerpoint/2010/main" val="92340752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CA164D-3F11-4B49-A0F3-AAC94969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CAA77-3639-42B7-B726-20F0485A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FEATURE →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2F749-4EFF-468F-9F7E-25F03260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4233B-C840-4370-A6B5-FBCE4DCE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시연 trigger map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50F91-3B0F-4817-AEC3-4F967F06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기능을 누르면 어떤 패턴이 보이는지 연결한다.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EDCE6-5129-4BE5-8B4D-F871AD71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41CD5-0B67-4DB1-9639-AFE60906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52444-EE85-430F-8573-87BE99E9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09800"/>
            <a:ext cx="459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행동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04D8E-3F44-487A-B767-D3CAD845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0980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패턴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E8D6F-426D-456E-8E29-2EC435F7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0536F-A721-4C42-AD8F-0292C71C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F00B4-7CD2-4155-9B5A-ADC01EF3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38425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SEL/TYO/NYC/LON 도시 코드 검색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64299-4EDB-41AA-97C5-01DC0DB2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38425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Composite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9CB1E-BAB3-4CE9-9987-F7464425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ABA89-A78D-4384-A4C2-43B60F9E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67AB3-3033-4AB7-AC65-A25A7A54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95625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환승 포함 검색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2B78B1-91C6-40ED-951B-42991C21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95625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Factory Method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8E0171-E55F-4D51-951B-C0EDCF16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49D53-752A-4AD7-B951-5C2EA946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7353BD-1CC6-4B24-80B5-3E915FE3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52825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레그룸/라운지 체크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C3D242-9D8A-41B2-8F84-D9AFBF6B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52825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Decorator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54C3A9-4650-4ED3-B31E-D159FED6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149256-83FC-4246-9B1A-624D8E8B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Payment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C82216-1A05-4AAE-B800-FF243600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10025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결제수단 선택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FCC9E-4FE2-4E94-9017-93767571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10025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Factory Method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F8C531-4E7F-49C1-864E-65024B12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8364DA-DAF6-48B4-8B37-C38EB752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Payment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5C7D9B-9F26-4479-8702-1E42FFEC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67225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마일리지 잔액/차감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12386F-D333-4334-92C0-447D521C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67225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Adapter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AF4A32-E873-48EC-B3BA-5B844B1E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47B813-827E-41D1-B24E-281406BD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76CC11-28C7-4E31-B028-FBB5FA67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14 / 70</a:t>
            </a:r>
          </a:p>
        </p:txBody>
      </p:sp>
    </p:spTree>
    <p:extLst>
      <p:ext uri="{BB962C8B-B14F-4D97-AF65-F5344CB8AC3E}">
        <p14:creationId xmlns:p14="http://schemas.microsoft.com/office/powerpoint/2010/main" val="203812456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DA65F2-C6C2-45DF-ABD2-BF99146E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ACFFE-9C28-4BCA-B242-ED7F794B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FEATURE →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54779-4525-4017-9E91-CABC9A90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A3504-0A6F-4AA9-8490-94102A42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시연 trigger map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8A144-57A9-4941-AC62-9093E6A7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기존 iteration 패턴도 최종 앱 안에서 같이 보여준다.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E521B-D45F-40EB-B514-96878713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2F97E-1696-4325-B8E7-81B4D1DE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4BF69-2B62-4053-ADAB-CCB48322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09800"/>
            <a:ext cx="459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행동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D6DCA-E227-4999-BC0B-FF58C3AE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0980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패턴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2E5E2-4B87-4F37-A7DE-DD347851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C94F9-E10C-4503-AA5F-48E61797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Header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23D70-AC6A-4F08-9C9B-670B9700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38425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상태 badge 변화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519AA3-B0E0-4DF2-B498-CFC1B2F9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38425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B495B-D081-41AA-BBE4-BF9453D1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E04E9C-C490-41E9-B8CD-4711A4B1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Lookup/Cancel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D2DCE-9569-464C-B976-01B0C133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95625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환불 정책과 금액 preview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9E3D7D-BB19-4376-8AF8-D15FD31A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95625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Strategy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EFA9A6-9438-4EF3-9C53-563D2556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4BB2DC-5854-4C10-9CCC-4F6ACB7F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Confirmation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6EA2E3-DCA8-4981-92D3-F8B1B363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52825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e-Ticket format toggle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D6F991-1087-47D7-80EB-49E3766F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52825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Template Method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5F5AAF-23CE-4749-BB7E-2A757A13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9A8882-D80D-49D6-999F-C5892CAE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Confirmation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F585D5-E819-46C2-9735-D0D49A51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10025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버스 도시 선택 후 발권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9297E7-98F5-464B-BA6F-59BA953D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10025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Observer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F4AE6D-9965-4B9A-8CF4-2B842426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1CB3C4-30BD-4DCA-9DEF-85B98C34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Settings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F2FB19-006D-4E73-A5E2-A9224A9A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67225"/>
            <a:ext cx="459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글꼴/통화/테마 변경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FF0704-A922-4A07-A5C9-416C4395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67225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Singleton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3EAA1D-DBEF-46E7-BD8C-7E43801A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F4C218-47EB-4E18-B9C9-958B6A7A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F040CE-050A-4D87-8CF2-FF278C29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15 / 70</a:t>
            </a:r>
          </a:p>
        </p:txBody>
      </p:sp>
    </p:spTree>
    <p:extLst>
      <p:ext uri="{BB962C8B-B14F-4D97-AF65-F5344CB8AC3E}">
        <p14:creationId xmlns:p14="http://schemas.microsoft.com/office/powerpoint/2010/main" val="101132899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765A3C-FD58-4454-AA7A-AFBE12A5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4CF6D-A95D-4CDD-823A-29A44612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952F5-1A66-4908-B905-0EEB9EB1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FE5B6-5B2C-4E50-9E76-758C2BE9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전체 구조: Boundary는 JavaFX, 패턴은 Control/Domain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9B724-0C0D-4ED2-BC58-189D480E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발표에서는 큰 class diagram보다 이 위치 관계를 먼저 잡는다.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250BC-C08A-4F7C-BCC8-BAA59E12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983D0-6A31-4552-8F76-065DB1FF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47440-ED19-4DB6-A02A-57F39798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58EE6-D5BE-4BD0-A1A3-3DDAB630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2914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app.fx, FXML, CSS, screen controllers</a:t>
            </a:r>
          </a:p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사용자 입력과 화면 전환 담당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01DDF-265D-4102-BD1A-E65BF9DE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F85C2-0C62-40B4-895A-D075B215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78F9C-A838-47E7-94BE-D7B03E0F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4790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2418F-EEB5-492A-B2CE-6CADB32B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71750"/>
            <a:ext cx="2914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BookingController, RefundHandler, payment/itinerary/render services</a:t>
            </a:r>
          </a:p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use case orchestration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A0845-006C-4D39-B543-FC96E2C9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A67B5-50B4-42B5-96B7-1333AA5C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AB892-29EB-480E-BFDB-FFA64D50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4790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rPr>
              <a:t>Domain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A7092-530D-43F3-9F36-385AC618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2914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Reservation, State, Payment, Flight, SeatView, AirportLocation</a:t>
            </a:r>
          </a:p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핵심 상태와 규칙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B06909-5989-4EC0-94A4-5B331EF8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C19D45-9D9F-4373-8582-BAA08EDA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CAB1C4-F114-4A0E-971B-F9AB94DA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16 / 70</a:t>
            </a:r>
          </a:p>
        </p:txBody>
      </p:sp>
    </p:spTree>
    <p:extLst>
      <p:ext uri="{BB962C8B-B14F-4D97-AF65-F5344CB8AC3E}">
        <p14:creationId xmlns:p14="http://schemas.microsoft.com/office/powerpoint/2010/main" val="95355403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4564F9-4611-429D-88A6-14D1707E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A9B1A-5643-4AF9-BACC-19BE0E6B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ROLE DIVISION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C7D3F-D455-4331-911F-4FAE4337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BD08C-16F9-497B-A48C-396E2EF1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역할분담은 기능보다 책임 경계로 말한다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5ACB8-0FD8-41FD-8E6D-52FEC527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보고서/발표에서 빠지기 쉬운 항목이다.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D3C4F-B8D3-4A81-8723-6E2117F3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5316F-124B-4D0B-A99D-65FEE665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57D22-A0E9-42A7-BE08-DB38452E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90750"/>
            <a:ext cx="9544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김정욱: 예약/환불 domain flow, QA issue 정리, 최종 통합 검토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D9E9D-2EF2-49D5-B5FD-982075F1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717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115FF-AA86-4716-ACD8-9151BDBC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555C0-ACD2-4119-88AB-A5F87F1A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544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이재호: JavaFX UI migration, Pattern Guide, 발표 deck/PDF 정리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ED455-2A09-4F86-807B-7F87DD44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D0C17-D87A-45A0-B9CB-EF19F368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231AD-6038-475D-A098-BF7C6F27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9544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김경동: 항공편/여정/버스 연계, demo data와 시연 흐름 점검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20FB5-6C72-451C-BBE7-8DB3C9BC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766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3562B2-A4A0-49B6-9ACB-129005C6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236391-1D5B-4112-ACC8-E9301C4E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8100"/>
            <a:ext cx="9544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공통: Google Doc 요구사항 대조, 코드-발표 불일치 수정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D1E85-B68C-42B7-9429-F85CA763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448C4-F1E5-4047-8ADD-5D59B168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CA8E16-7C51-465D-AD02-5C3D236E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72150"/>
            <a:ext cx="948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발표 포인트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EE644-C4CD-442A-BCAF-BF2923D2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96000"/>
            <a:ext cx="948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실제 팀 내부 역할과 다르면 이 페이지의 이름별 문구만 바꾸면 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7430E4-481E-4146-98FB-032C8C08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771B3F-FD91-40CE-9A1F-0659DD7B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A4844D-9353-40DF-9436-BD61CF80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17 / 70</a:t>
            </a:r>
          </a:p>
        </p:txBody>
      </p:sp>
    </p:spTree>
    <p:extLst>
      <p:ext uri="{BB962C8B-B14F-4D97-AF65-F5344CB8AC3E}">
        <p14:creationId xmlns:p14="http://schemas.microsoft.com/office/powerpoint/2010/main" val="27419523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5316C4-CAF6-42F8-B202-41A90B41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3C888-55F3-47A6-AB77-A744A4C3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DP#1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DA7FF-EF75-48F0-9191-5A76C176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4059B-1EEA-4B94-ACC3-A52E10C2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State: 왜 필요한가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F593E-D4C7-4357-AD00-F369AE29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Behavioral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06C79-8CFA-4D20-8341-3F30CB62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5F8DB-308C-4AA0-B380-8DC45551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A765D-9A6D-4AD3-A0BC-C7AA58B0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907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예약 상태별 허용 동작이 다르다. enum + switch로 처리하면 상태가 늘 때마다 조건문이 퍼진다.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33E0D-7118-48A1-BEA7-B8438672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E6797-9B1A-406B-AA12-A15F6A36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F8799-1850-4B99-BC39-EE372DF0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Context = Reservation / State = ReservationState / Default = AbstractReservationState / ConcreteState = 8개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0BBDE-2E0C-4FEC-95ED-068EB46B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F9BC6-4F43-469B-AC51-0FA9455D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06C2F-3C27-43A4-A3C3-224B04FC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이 장부터 교과서 구조와 실제 Java 코드를 1:1로 연결한다.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016E1-9DB5-4A5C-B45C-8517979D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C4F61-AA2E-4CC1-AE54-04884146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70871B-2E35-424B-899E-94AA9CC2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18 / 70</a:t>
            </a:r>
          </a:p>
        </p:txBody>
      </p:sp>
    </p:spTree>
    <p:extLst>
      <p:ext uri="{BB962C8B-B14F-4D97-AF65-F5344CB8AC3E}">
        <p14:creationId xmlns:p14="http://schemas.microsoft.com/office/powerpoint/2010/main" val="121477523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88530C-6F8B-4404-AFE3-B6C0480B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41276-31AC-452A-8966-FBF567C3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DP#1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0B474-7FB4-4BC9-88C1-5A1E1639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B5B28-BE3F-4D14-BE7B-E5BB796A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Reference vs Team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10E60-9F4D-40B3-BBCC-31BECBA9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Context = Reservation / State = ReservationState / Default = AbstractReservationState / ConcreteState = 8개 상태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518B8-4F40-4ECB-B2F4-917958BB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509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529B6-EF18-49F4-9702-92F5E831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128D2-D293-434F-BFB2-B67728EC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4676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교과서 GoF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3A392-709A-4553-897C-C51C6B4D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6767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교과서 역할 이름을 먼저 읽고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801CE-BA7B-46E2-BE95-603FED2F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509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4DEC7-8606-4C38-81DA-13300182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E3E75-2F05-495B-8226-E0B9A397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4676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우리 팀 구현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02688A-A6AA-4166-94A1-8667B71F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6767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오른쪽에서 우리 클래스명으로 치환한다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B7B746-A47F-4C64-BE1E-15EA43F4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2106FF-6A3F-415E-A370-2CB66D64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067C0-589C-4053-AD56-1F9D6159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3457C3-58B5-4F3C-9359-61878118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1428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8A483-3049-4607-B163-E04B3F1E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861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E807FD-9E69-49FD-86DF-4D3CF276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480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BC91C7-1D69-4514-8AE8-2C5FCF64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62375"/>
            <a:ext cx="19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7CEE75-AE8A-4B3A-8478-EB96E4AA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3" y="43434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E8FD98-6CBA-44F4-8498-AD65D1D4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3" y="44386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StateA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3A0307-0FC1-433E-AD4D-DE989841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288" y="43434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85D71C-47D4-44CF-88BB-E6D75940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8" y="44386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StateB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964D2F-177E-453C-9893-FF53CC97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213" y="43434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27E77F-A9F1-454A-AAA1-D6BF791A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463" y="44386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StateC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78F2CE-07B9-4642-8059-976607B6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1666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B0E39C-D6F8-4659-9E6E-9B3EA03B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1476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Reservation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C183AE-CBA3-451C-A4A9-C524E821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385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F57DFB-6AA7-4C09-A56B-63C88032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33750"/>
            <a:ext cx="1619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ReservationState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239CC5-EA11-4DEE-87D6-410B2D47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861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9D6215-5E54-41BB-A235-40F9D89F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4480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9E8594-98D3-4FB5-A892-B34D7F3A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62375"/>
            <a:ext cx="19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E0E6CE-7CBF-4C28-9BC1-DFE15C08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7E32F3-6A8F-4E14-91D7-97D895E5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Initiated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336F86-AD8E-4463-80FD-C0866E26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788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C22F6F-E8ED-49B9-BA57-8FD911C4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38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PendingPayment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0EAD74-6D3B-4C1C-AA6B-7EAAB5ED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F39548-503C-4759-A484-B164DB24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Confirmed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7B1E96-FF45-4F9C-BAA3-40A491AF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C72350-0B80-4FDA-A339-4B0B05B2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1313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Refunded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B23551-1579-4932-BD4A-A1FBF721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Context = Reservation / State = ReservationState / Default = AbstractReservationState / ConcreteState = 8개 상태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1624CF-BCEC-43CA-A555-78E62601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BB94D9-7456-4BED-AAA4-E56FF1A6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47E1B1-B1B4-40EC-818B-24CCACC7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19 / 70</a:t>
            </a:r>
          </a:p>
        </p:txBody>
      </p:sp>
    </p:spTree>
    <p:extLst>
      <p:ext uri="{BB962C8B-B14F-4D97-AF65-F5344CB8AC3E}">
        <p14:creationId xmlns:p14="http://schemas.microsoft.com/office/powerpoint/2010/main" val="88153109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F2FFE5-AF76-42CC-94DD-5C98C936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67D8F-1BAB-41FC-B0C8-43A1AC2A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DP#1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5F2E8-FCAD-4171-8A77-694F1D60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E6C01-D3B0-418C-B8CA-4D0E62CE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Code Skeleton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FD4F9-6FFE-4D25-BE15-8E5C3D1F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한 장에 핵심 코드 하나만 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C126C-29BB-445B-978D-4BF29D62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6191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32F20-35C5-4F3D-9D95-B871ADE8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58483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class Reservation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private ReservationState currentState;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public void processPayment()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currentState.processPayment(this);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void setState(ReservationState next)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this.currentState = next;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abstract class AbstractReservationState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implements ReservationState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public void processPayment(Reservation r)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throw new InvalidStateTransitionException(...);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class PendingPaymentState extends AbstractReservationState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public void processPayment(Reservation r)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r.setState(new ConfirmedState());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F4788-5B88-465E-9AE5-6433C4D6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핵심 읽는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6E0A7-60B5-4453-99A6-BD666681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0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A05F3-1940-468A-8F86-9E9242DE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8BFC9-89D1-47AE-A0EB-69D9599D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currentState가 현재 행동을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D91C8-B0D8-4007-A00F-9BC646D4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67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940D0-F99B-4B73-A2FE-E5CD5B99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150958-6B7A-4E73-8B63-552FC75A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abstract base가 기본 거부를 담당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FABAE-3236-4367-AB64-90B8F190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82E6A-3B1D-4F4B-8B69-FA60B4FC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F106B8-F9E9-4841-9DB2-8161D415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0525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concrete state는 허용 전이만 override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6EB5A-83FC-4187-A613-8C898828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00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8A5E2B-428D-455C-9EDA-6700556C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06721A-CAEC-4855-A9D3-EEC2AABE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상태 전이는 setState 한 곳으로 집중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34F98-4A99-4D6E-97E0-6B426548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390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F5BDB5-BDA4-4E3B-A7B3-8D1A32B8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9746D0-F6BF-4888-93A9-EF02302D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530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Ctrl+F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26F14B-1644-47E4-ADCE-9227CB53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38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ReservationState / AbstractReservationState / setState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CC515D-BC6C-4205-9A73-F06FB6A5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DD6616-6FC9-4F7E-A0FA-5878A423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B29B43-FABF-43E0-B08B-36C8A85C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20 / 70</a:t>
            </a:r>
          </a:p>
        </p:txBody>
      </p:sp>
    </p:spTree>
    <p:extLst>
      <p:ext uri="{BB962C8B-B14F-4D97-AF65-F5344CB8AC3E}">
        <p14:creationId xmlns:p14="http://schemas.microsoft.com/office/powerpoint/2010/main" val="133428592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946439-47C1-4ED0-B037-A8429CB2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DBA29-EE7B-498E-BE56-CD435B99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DP#1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29850-76D3-4A68-ADFB-ACFCC85E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1F03A-818E-4A35-9BF4-670442CB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Runtime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506D5-55BD-48B6-9A1C-B3EBA693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시연 버튼이 어떤 객체 호출로 이어지는지 설명한다.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C43D1-C7ED-4184-A598-1C3D9AE4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A6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47372-53F7-4FD0-B14D-CEB43841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UI button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462A5-0C42-4905-9EA7-F9D2E402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46B50-57CB-47BD-9EAB-9129203C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0001E-74C7-413E-B4A7-DF160E01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FAE89-1900-44E8-822B-DDDD4D42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Reservation method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06ED9-0F3E-49C5-9BFD-168DBE47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75BA75-D8AF-4336-BD83-BF324D86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804E9-FDEF-4E31-B0CC-26514F24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AA829-0F3D-4064-83D8-57E443B2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currentState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C9B58-9CA5-4B45-9D64-128DA01D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7D39A-FDB2-41E9-8997-222C7A93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B7D209-AEB9-40D3-962C-381E2022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E7F536-68AE-421C-84E0-DF75EBEB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allowed override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B79A21-FFDA-4CDE-B5FD-12663772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01F5D-5AB7-46A8-AB7B-0BEF1DBD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DEA453-557B-43DD-B467-53A7C1CB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18A078-F5CD-46C1-9731-254CC6C1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setState(next)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3137B2-FF96-45DD-A75C-80BEF253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05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935F4-1CC3-4515-AF06-3DCFA000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351E38-0257-4C0D-A9CC-1886B248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767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currentState가 현재 행동을 결정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3A5533-6E5A-4D21-8C34-E3E836D1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2E0127-732A-4EDF-AD45-2BCCE58F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53FA13-24A7-49BA-90C6-6DF8E269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339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abstract base가 기본 거부를 담당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8751F0-CE7F-4538-BE2F-A01C791F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9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7B01E1-EB54-4A25-BEE4-EA520208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860E5A-5459-4393-9593-3365BAC3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concrete state는 허용 전이만 override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E6AD70-AE42-4391-81B3-A8BD0937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829F99-2CC5-41E1-9DFE-4D5069AC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FCAB05-DE39-4253-9E4A-3F5AE2C0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21 / 70</a:t>
            </a:r>
          </a:p>
        </p:txBody>
      </p:sp>
    </p:spTree>
    <p:extLst>
      <p:ext uri="{BB962C8B-B14F-4D97-AF65-F5344CB8AC3E}">
        <p14:creationId xmlns:p14="http://schemas.microsoft.com/office/powerpoint/2010/main" val="139540385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A2F8E3-E648-4BD7-992C-C3F2073D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E4A4A-F922-4987-9631-1AAD4EA9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DP#1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F5540-6B50-4610-878F-DCCA6625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5F815-E6B7-4293-ADCA-EBC8304A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Demo + Ctrl+F 포인트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7BE3C-4408-4D41-B02E-10EFBFC9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앱 화면, 터미널 로그, 코드 위치를 한 번에 연결한다.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2CACA-B8DF-48FB-B2A3-DF4645C3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CF802-9120-422B-BEA1-22FA2BB8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E9757-F97F-4655-989D-B5AA6D26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앱에서 볼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A7AE3-C4B5-4B38-B1F6-B55CF9BA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Header state badge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DB632-D51C-4956-B108-B849BB90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33C27-BF6A-4285-A367-82403A0D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1F473-5078-43CC-9CF6-FA623C95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rPr>
              <a:t>터미널/로그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720D2-4B3E-4820-82C2-97535BAE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상태 전이 로그와 InvalidStateTransitionException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2D26BC-64A5-4CDF-AEC7-92AD7B9D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BF352-2E34-4FF4-9504-CA2EDB9E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384540-6F9A-4157-8737-662BB969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코드에서 찾을 위치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06F81-6A11-48D7-8B88-62474AAD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ReservationState, AbstractReservationState, PendingPaymentState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753F7F-9DF4-4CDE-BDF0-064177AA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81625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State는 객체가 자기 전이를 책임지므로 화면은 상태명을 if문으로 판단하지 않습니다.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ECF95E-9DB6-414C-940F-C166AB4F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299CC5-9942-490C-B8FF-6C5211CE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970E78-9477-4977-A212-326F2524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22 / 70</a:t>
            </a:r>
          </a:p>
        </p:txBody>
      </p:sp>
    </p:spTree>
    <p:extLst>
      <p:ext uri="{BB962C8B-B14F-4D97-AF65-F5344CB8AC3E}">
        <p14:creationId xmlns:p14="http://schemas.microsoft.com/office/powerpoint/2010/main" val="75520317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283634-79EB-48FC-A2F3-6A165B94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7925E-63D7-4124-97EA-1D1431C2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DP#2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CD152-DF7A-4855-8E50-CDA56E41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A426E-1A44-4197-B4AD-9A2351F3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Strategy: 왜 필요한가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9056C-EB0D-4BD9-89B4-E95180DB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Behavioral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67232-86E1-4D2D-8C89-29DF4032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4DE98-B67B-4373-9B03-00D2C918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9F26F-7A7B-4D42-A806-FCBAE189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907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환불 금액 계산이 fare class별 if/else로 커지면 RefundHandler가 운임 정책 변경에 취약해진다.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C6F61-FD4D-405C-AB25-AE790818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56BAE-E3AB-4146-8DE4-9D18DB28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901CE-01D2-4D0B-810A-47C684D5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Context = RefundHandler / Strategy = RefundPolicy / ConcreteStrategy = Full, Partial, 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21F97-4F20-4D84-BA08-28861246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DBC74-452B-4846-A260-39C3AD75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B0DA5-EA0E-476A-A9FF-B6AF68B5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이 장부터 교과서 구조와 실제 Java 코드를 1:1로 연결한다.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574AE-63F2-49FB-9AC1-AE9370DA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FF18D-38DE-4A3B-B129-7998D431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CE851-377D-4F74-A71C-F103D3BA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23 / 70</a:t>
            </a:r>
          </a:p>
        </p:txBody>
      </p:sp>
    </p:spTree>
    <p:extLst>
      <p:ext uri="{BB962C8B-B14F-4D97-AF65-F5344CB8AC3E}">
        <p14:creationId xmlns:p14="http://schemas.microsoft.com/office/powerpoint/2010/main" val="168310277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453F8C-67E9-4BBB-999D-30DEA750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528CD-CC25-400A-AE32-76A49878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DP#2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E5C44-81E1-431E-8C58-FAA54594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15CD7-4EC4-4817-A96A-10EA2CD1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Reference vs Team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49FDB-786D-4393-8A3C-F6240687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Context = RefundHandler / Strategy = RefundPolicy / ConcreteStrategy = Full, Partial, 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B1CD8-1391-40E9-B5F4-5DF1C8F0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509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488EC-5496-441E-9E91-5EA8D8C3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D7DD4-AA35-4719-9AB2-079E43CC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4676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교과서 GoF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F0CA4-5DED-462B-BFBC-4DFC0351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6767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교과서 역할 이름을 먼저 읽고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C7F2A-198E-466E-8F0C-7EE5975A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509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DC1E8-FD52-4FB0-81DB-8B815662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4637B-73DF-4660-BDEA-F78FEA0A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4676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우리 팀 구현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ADCC8-EA10-41DB-BFB5-7F73D374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6767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오른쪽에서 우리 클래스명으로 치환한다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945973-94F2-4FB7-8D0B-F7CBA85B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515EB-F7B7-45C9-BADF-AD220564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3A117-3D11-45B1-9AC5-46D33CE6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8FF9A4-D507-4D06-99E1-61B36467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1428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Strategy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F6EEF3-7398-459D-A5CF-108AD097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861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2F9088-1AB0-4F7F-AB9D-C55C3E95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480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C27B1-7F17-4BF4-B1B5-12B86FDA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62375"/>
            <a:ext cx="19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FDC1F6-A7B8-4F02-B8BB-4F011D3D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3" y="43434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E3E20-B997-44EC-BD60-A0D9144E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3" y="44386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ConcreteA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CB53A3-3DE7-4397-A7E5-47A2D634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288" y="43434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45F55D-2670-46D0-AB37-5AB3C69E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8" y="44386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ConcreteB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C9E160-AFC8-49FE-A396-2FC2030A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213" y="43434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AA6E4D-325C-4192-AF9A-73CABF27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463" y="44386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ConcreteC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CAC33-05DF-4176-8760-DB0B2BED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1666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05584B-8C82-4F46-817A-C39A5DA6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1476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RefundHandler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D31B67-A30B-4D73-A85F-E3AFB916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385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636183-87AF-42D4-8DA4-FCCAE33C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33750"/>
            <a:ext cx="1619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RefundPolicy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EF7C04-4A6B-432E-A160-83A82810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861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AEBCE4-0F45-48A0-BCB7-7B18BCF7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4480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8A1F21-4342-400E-BE5B-80B79420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62375"/>
            <a:ext cx="19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6665F3-156E-43FE-9572-1FC06A9F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4340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7B01A7-EA16-4932-9AED-75C11FE5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38650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Full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69254A-C149-40B8-914F-D04EAFB0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34340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200957-8DD9-4F21-9C17-1DDD016F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438650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Partial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3A760E-E53C-4BE8-B9CA-50ECD45D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34340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0044C8-95EA-4CAF-B961-65C0E523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438650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No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677C19-54B1-4D64-9337-94758546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Context = RefundHandler / Strategy = RefundPolicy / ConcreteStrategy = Full, Partial, No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A3FD65-5ED1-4D48-B7F6-D782F6A2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763B95-ABB2-4E6D-A0B6-4FC4AAE6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C7AFBB-5BEE-4A93-B0BC-282BCE3C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24 / 70</a:t>
            </a:r>
          </a:p>
        </p:txBody>
      </p:sp>
    </p:spTree>
    <p:extLst>
      <p:ext uri="{BB962C8B-B14F-4D97-AF65-F5344CB8AC3E}">
        <p14:creationId xmlns:p14="http://schemas.microsoft.com/office/powerpoint/2010/main" val="102795824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55CC89-E35D-4592-B207-7B2333A0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3EC77-4656-4C81-B789-2B11431E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DP#2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347D0-C61A-4D3D-94EE-0FD36114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FECAC-8E49-4995-9371-FCFACDCF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Code Skeleton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1FD67-04D7-4428-A848-D9F017CB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한 장에 핵심 코드 하나만 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2F061-5A1B-45E9-B88B-97B145FA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6191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A0604-1606-40D3-A674-2E7D3332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58483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interface RefundPolicy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BigDecimal calculateRefundAmount(BigDecimal paid);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String getRefundType();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class FullRefundPolicy implements RefundPolicy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BigDecimal calculateRefundAmount(BigDecimal paid)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return paid;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class PartialRefundPolicy implements RefundPolicy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BigDecimal calculateRefundAmount(BigDecimal paid)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return paid.subtract(penalty);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class RefundHandler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RefundRequest evaluateRefund(String pnr, String fareClass)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RefundPolicy policy = fareRule.checkRefundPolicy();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BigDecimal amount = policy.calculateRefundAmount(paid);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return new RefundRequest(pnr, policy.getRefundType(), amount);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C032B-1C1A-408D-83D6-C3FFB8B7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핵심 읽는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EFBBC-47D5-45AC-826B-41B92962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0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686F5-EB41-4E40-8842-51345670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DA118-C15D-4209-8DC1-309D7B04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계산식은 RefundPolicy family로 이동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011DE-7025-44EC-A1C4-31E5E198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67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2240B-ED74-45C3-B45B-03208650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0440D-461C-413F-8DCD-AF2662B0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RefundHandler는 공통 처리 흐름만 유지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0A8D6-64CE-453E-BF47-705993E3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954E5-0598-4D7A-ACDB-45EF00F2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1423F-EC21-4425-8645-6FEBDCA5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0525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fare rule이 policy 선택 근거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38C9EB-5F49-4148-A376-25DB0E90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00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E0896-0EB9-479B-934C-4A0D4101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2E6E78-CDBF-4BDD-8BCA-3C18DCB3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새 운임 정책은 concrete strategy 추가로 확장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EA7399-1BA6-4EFE-9C58-D0919C83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390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22908D-2B6F-4434-A2CB-A1C0FECB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6A828B-485D-4DBD-B281-B1BBF3EF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530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Ctrl+F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BCDFE0-A220-4C38-8A9F-F157D6D5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38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RefundPolicy / calculateRefundAmount / evaluateRefund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5ABA3B-0938-42EB-8334-13167D3E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FFB472-38D8-40DE-95B8-FE55EF68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CAAF7D-2033-48A3-B613-64F50942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25 / 70</a:t>
            </a:r>
          </a:p>
        </p:txBody>
      </p:sp>
    </p:spTree>
    <p:extLst>
      <p:ext uri="{BB962C8B-B14F-4D97-AF65-F5344CB8AC3E}">
        <p14:creationId xmlns:p14="http://schemas.microsoft.com/office/powerpoint/2010/main" val="60812441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C52EB8-B3DD-4A5C-8CEF-8589CF40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CC920-4240-4F22-B802-8DBB3A50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DP#2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1A860-AB6C-48AE-B68F-9CD985E2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5ACC5-BC95-4065-ABD5-A2D891EA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Runtime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8A44D-FDB7-48CD-87BC-60E383B5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시연 버튼이 어떤 객체 호출로 이어지는지 설명한다.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7E1B7-8170-4A9A-82BD-6B1BC577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A6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F8E5D-D595-4CF3-87C8-938A6668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Cancel screen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AB3D9-1D01-43EA-BE12-4EC33002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ED20A-854E-4A52-B036-EB56C11F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40290-9592-4231-951F-A1ABB245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776F7-FE9A-4A82-B5C3-A324982F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FareRule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B4456-B60C-4D68-AF69-DE43B171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24690-90A1-46E7-B49B-2E5418B8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E9D0D-6C36-418F-A334-3F57192D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8E14B-A2B0-4883-BAEF-327DD1C2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RefundPolicy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AE7764-EE21-44B6-9E1F-C13DD90C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ABD30B-B61F-4210-8961-FF45E42E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33D3D6-08A8-43C2-9E96-FD09224C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D1268A-64CF-4F3B-8A87-08EAF49C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calculate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9121D2-5BE1-40E7-AF75-23D389EA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1C4024-07B0-4E54-B2F7-0BBD200B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9FB5FE-72E7-485A-9C29-E0A60FE9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5201DA-FD2B-4CC9-832B-F0D08D2F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RefundRequest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5A25C3-7C18-41F6-BF3E-4372703E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05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14F6FA-E3C8-4033-A968-CC474326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AE31D9-884A-4DEA-98DF-D672F3F9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767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계산식은 RefundPolicy family로 이동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30A9F8-B9AC-4118-9715-D77CD981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64FE11-5E74-4A22-B641-90DB040E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94E9F9-B7ED-455C-B2E9-A399DD26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339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RefundHandler는 공통 처리 흐름만 유지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4CAFCA-A37F-4626-A330-3EFB8DCA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9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62356A-080A-4F42-8337-C88556BC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A4CD31-E556-49D3-98C0-53169D19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fare rule이 policy 선택 근거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1C16B9-FC01-41BC-92CB-6BC26664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C72634-F647-49DB-B57C-47430217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9E62EA-E504-48A6-8875-252B7A00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26 / 70</a:t>
            </a:r>
          </a:p>
        </p:txBody>
      </p:sp>
    </p:spTree>
    <p:extLst>
      <p:ext uri="{BB962C8B-B14F-4D97-AF65-F5344CB8AC3E}">
        <p14:creationId xmlns:p14="http://schemas.microsoft.com/office/powerpoint/2010/main" val="14195587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5E79C4-A925-43CE-B8E3-5350CC99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31532-A599-474E-86C5-56FF1CE3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DP#2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786B7-1EE0-49D9-BC36-D863EEC5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C63AF-B1B1-45D7-91A4-26FE0516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Demo + Ctrl+F 포인트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9C9A4-D838-4B4D-B74F-761A445C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앱 화면, 터미널 로그, 코드 위치를 한 번에 연결한다.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22564-A93D-4DCE-B16E-3561FE04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4C178-CC22-48B2-9D79-BE19CDE9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6ED48-EB3F-41E3-B99D-174C4244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앱에서 볼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8FC5A-1E8F-4498-8DE8-83062D14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Lookup → cancellation/refund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7E94A-8787-40CE-BA4E-2620FD79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E7258-025A-44C1-9BAB-98B2EC5B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E6972-5E56-4EF2-8B5E-41224435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rPr>
              <a:t>터미널/로그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369E7-25DF-4460-9348-7F5DB4E6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policy type과 refund amount 로그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826CA-5841-4FC9-9E68-ABD5C725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14F33-0BA0-4EFC-BA1C-EF4FDE76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13988-5DCD-4D00-B4F1-E97C94C2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코드에서 찾을 위치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43DA1-4819-4579-95EB-1A30497C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RefundHandler / RefundPolicy / FullRefundPolicy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368924-BC46-4A90-B63F-D9A44C80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81625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Strategy는 환불 정책을 갈아끼울 수 있게 해 handler의 if문을 줄입니다.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DBD4B5-7588-4512-B60A-FCDC5208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35CEF7-5B9B-4A61-9507-091CEF58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0ED25A-DE33-425B-9026-52998F2F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27 / 70</a:t>
            </a:r>
          </a:p>
        </p:txBody>
      </p:sp>
    </p:spTree>
    <p:extLst>
      <p:ext uri="{BB962C8B-B14F-4D97-AF65-F5344CB8AC3E}">
        <p14:creationId xmlns:p14="http://schemas.microsoft.com/office/powerpoint/2010/main" val="723962382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1C9836-2696-4F52-BE44-F389C8BB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D7FF5-AA44-4E91-B94D-526C4E31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DP#3 OBSERVER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51D3F-376C-48D6-A89B-D8A79682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7F3A0-649E-4B9C-A37D-760C6BC2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Observer: 왜 필요한가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1AF7B-C03D-48DB-9548-972CD66A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Behavioral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14DD5-2561-4104-93C7-ABD522EF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3868F-4499-44CB-8576-39EE9D65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F5235-F0AA-44E5-8941-3A8FCED3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907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발권 후 버스티켓, 결제 실패 자동취소 같은 부수효과를 caller가 직접 호출하면 결합도가 높아진다.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3C570-79DE-41FC-99C5-04DEB22F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32EEB-A454-45BA-AB09-99206D12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54E87-2E19-4936-AC2E-1A04229F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Subject = EventPublisher / Observer = EventListener / Event = DomainEvent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CA49E-FBC3-4F7C-834A-24F879C0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2825B1-E08A-495A-B5FB-F08579AD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BA634-B26F-4CB8-A159-F4A04E03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이 장부터 교과서 구조와 실제 Java 코드를 1:1로 연결한다.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3CA8B-7963-4F54-825D-6923DD28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F5C32-1B3E-423B-B39B-613DACCC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8A82B-3DC5-497A-A922-20185DE8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28 / 70</a:t>
            </a:r>
          </a:p>
        </p:txBody>
      </p:sp>
    </p:spTree>
    <p:extLst>
      <p:ext uri="{BB962C8B-B14F-4D97-AF65-F5344CB8AC3E}">
        <p14:creationId xmlns:p14="http://schemas.microsoft.com/office/powerpoint/2010/main" val="87152412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CCA277-79DA-4D91-807B-1489EC12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2595B-B200-447B-ABFF-A7F34C22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DP#3 OBSERVER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30BD6-2B29-4D5A-B30D-8BA87257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5A521-6686-4A13-955E-A4160455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Reference vs Team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5696A-04D6-4EE1-B75E-2B8433E4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Subject = EventPublisher / Observer = EventListener / Event = DomainEvent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E7900-CB31-4128-A535-4EFEAAFE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509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0F8F7-EB6B-45B8-8E80-6F72BD84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441CA-42CC-4CD2-9E4F-390D999A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4676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교과서 GoF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12A2C-C27C-4525-ACAE-CAAB5F40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6767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교과서 역할 이름을 먼저 읽고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8784F-25A0-4627-841E-D7514B72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509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D756A-CDE5-411E-9AD6-111A71B8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24EB4-379C-440A-95F1-3F23C2F4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4676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우리 팀 구현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8BD6B-49BA-46CA-8229-17A7EBB8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6767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오른쪽에서 우리 클래스명으로 치환한다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E403E-9745-4471-BF40-54F77676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AE64E-F35D-4109-9E49-2BD09786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Subject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82F4D-A744-462C-BFE6-6B8093EE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6B703-352D-4AC6-B077-81232D1C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1428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Observer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8070B-BF05-4581-B1F1-E5C1A38B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861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93AF44-4568-4DF9-BA91-6BB2D6CE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480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EC46ED-21EC-43B4-AFFC-BEC4A214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62375"/>
            <a:ext cx="19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7D2724-1E74-4DB3-9D2A-3E046F5D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3434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AC3FAE-4E8F-4707-89AB-0020EF1A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4386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ConcreteSubject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70C8BB-6BD9-45F3-9B0F-A67A0F51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FA4E56-7BA4-409D-8153-A1D6DF17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386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ConcreteObserver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8E2FF8-BFB7-4E07-ADBF-F09425E0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1666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8986FD-E11B-4222-B9CB-25E5D604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1476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EventPublisher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ECF412-A2F0-485B-9C21-318D17F9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385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BF250A-FFEC-4D49-BE0F-E9C3043E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33750"/>
            <a:ext cx="1619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EventListener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010E55-7FFA-4B83-B8FD-57165EAB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861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03BCDE-3652-435B-BF3C-CCAB7DA0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4480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1AEBBE-073A-4F30-8F63-8ACBD661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62375"/>
            <a:ext cx="19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04826F-0304-4D6E-A175-0416DFE1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6A4096-08DA-4373-8461-C2463B83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TicketPublisher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83F649-D23E-451C-AC3C-A06669D2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788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1C82A2-35CB-457B-941F-B1806464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38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BusListener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026290-303E-4C75-9725-528D5ACD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54296C-2AC5-4D18-A710-3E56C301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AutoCancel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5F16B0-6513-4CE6-8EAC-13C27513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082683-77FF-4DAA-B077-03A4BA32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1313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HoldListener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168E9E-BED0-4BF2-8CAF-29302651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Subject = EventPublisher / Observer = EventListener / Event = DomainEvent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B30E35-E772-4430-BD04-25D05ED7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F251D1-3BD7-4295-BEF9-39757382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7DE08B-A33B-44B6-9635-26DF2031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29 / 70</a:t>
            </a:r>
          </a:p>
        </p:txBody>
      </p:sp>
    </p:spTree>
    <p:extLst>
      <p:ext uri="{BB962C8B-B14F-4D97-AF65-F5344CB8AC3E}">
        <p14:creationId xmlns:p14="http://schemas.microsoft.com/office/powerpoint/2010/main" val="1192723134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2957E0-4617-44F4-B3DC-9335FC09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9D559-64FD-4DD2-B57E-F1B5705D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DP#3 OBSERVER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A492E-C25A-4960-8915-D901C7FA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BB638-4CDC-4319-9F94-4F40045F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Code Skeleton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CDD2B-B635-40F3-9A62-66E1D706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한 장에 핵심 코드 하나만 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0098F-1B32-407A-BAC9-0FBD23C6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6191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07900-B9D4-429C-9D39-0DD6A2C4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58483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class EventPublisher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private final List&lt;EventListener&gt; listeners = new ArrayList&lt;&gt;();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void register(EventListener listener)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listeners.add(listener);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void publish(DomainEvent event)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for (EventListener l : listeners)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    l.onEvent(event);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}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class TicketPurchasePublisher extends EventPublisher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void publishTicketIssued(Reservation r, Ticket t, BusCity city)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publish(new TicketIssuedEvent(r, t, city));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class BusTicketPurchaseListener implements EventListener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public void onEvent(DomainEvent e)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if (e instanceof TicketIssuedEvent t) issuePremiumTicket(t);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DD92F-0B5D-4FAF-BE2C-7A50FCFB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핵심 읽는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E174D-AE8E-4255-8A23-668825C3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0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5917E-57F2-44E1-867C-5B7D4B5F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8AB12-1871-49EC-9945-9225315F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Subject는 listener의 구체 행동을 모름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37252-375A-430D-83A8-FBE99678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67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34DBD-CFEF-4BCE-B87E-68EED7A8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77544-FC1E-41DE-A019-5621DE54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DomainEvent가 통신 단위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B4F0B-ACDC-4388-82C7-17D067B0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BED05-A605-4123-9087-90BB203B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D4743-9C2A-4E32-B501-F0753511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0525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발권/결제실패/홀드만료를 같은 구조로 처리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C33AC4-7978-4708-AED8-E05F7CB8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00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2444A-52D6-4F9D-A426-12FD4099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35EF70-E41E-4946-AF5E-C7D9EB1D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버스 연계는 listener 추가로 확장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3187A8-72DD-482E-B383-CAB218FE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390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4DCF66-8A59-4E57-B804-19C8DFB3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E86827-388F-45E1-84D4-D423CC2F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530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Ctrl+F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53F8A5-BC3C-42C6-BB7C-59821D00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38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EventPublisher / TicketIssuedEvent / BusTicketPurchaseListener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006907-C7D8-4106-9CA7-D45C959A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E8766A-A76A-4C13-B639-0FE10676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915563-036E-4E18-99C3-5B78D5BE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30 / 70</a:t>
            </a:r>
          </a:p>
        </p:txBody>
      </p:sp>
    </p:spTree>
    <p:extLst>
      <p:ext uri="{BB962C8B-B14F-4D97-AF65-F5344CB8AC3E}">
        <p14:creationId xmlns:p14="http://schemas.microsoft.com/office/powerpoint/2010/main" val="80573146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155A06-45BA-48B7-A4D4-A95AF9D9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0BC3F-1D92-46CF-AB2A-BEBA4641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DP#3 OBSERVER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80341-8EF5-46D3-AB4A-AE835C66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9411E-40D6-45D7-81D0-7217547D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Runtime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7CCE4-6141-4C6F-A50B-30F2F678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시연 버튼이 어떤 객체 호출로 이어지는지 설명한다.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2E61F-AFE1-48C7-9229-C535F2C4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A6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E4882-1B6E-4A9B-811C-72D6B1D6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Ticket issued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9BFEF-1CCC-4410-A87C-31D2AE28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68EC8-94A7-40CE-8EEC-79C3A4DD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39943-6CD3-4EC1-A64D-25600972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0599B-021D-43A3-B842-21976D3E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DomainEvent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3C216-D952-4A41-AF64-4FD34210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96356-66AC-47A2-BA10-1C39D1F5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6D82A-BD9F-4E02-B44C-890C5A33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16D661-CB10-4E15-8B13-93018CC8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publish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FBAAB-D1FA-4B05-8F79-356A7B49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5DD5E-1171-454B-BC6A-2B50C854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0A03F5-C51A-4EBA-B959-FCDD0045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A5C2F-936C-41BC-BA9D-89147FE2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listeners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7A7727-4564-43E7-A238-20196189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A018B1-B293-427A-9497-D772B2C6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F374E4-9E23-42A7-A961-7696C661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9722B3-F94E-45E5-BBA9-D588A140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Bus ticket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097A80-D810-44E8-BB49-78317870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05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72E8CD-2C04-4EC3-A032-40061BA8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62F6E1-63B0-451E-9A71-B4B57345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767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Subject는 listener의 구체 행동을 모름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65BC01-C56A-4D91-BAC0-1CD64CEB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1A7877-EC94-431A-A60D-B1AFDB44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857041-2293-44F1-8293-2414B6BF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339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DomainEvent가 통신 단위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5C0DC7-F3E2-4C31-9B79-E9398DF5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9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B96F5B-35F0-4F76-90BE-5DEADB4C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4E67A7-483B-4486-AFFB-A0732624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발권/결제실패/홀드만료를 같은 구조로 처리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EE070B-60A0-4D60-B716-4FFAD650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85EE1A-8064-4E78-953B-9F35855B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76B758-399A-483D-B1C2-AADFADB5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31 / 70</a:t>
            </a:r>
          </a:p>
        </p:txBody>
      </p:sp>
    </p:spTree>
    <p:extLst>
      <p:ext uri="{BB962C8B-B14F-4D97-AF65-F5344CB8AC3E}">
        <p14:creationId xmlns:p14="http://schemas.microsoft.com/office/powerpoint/2010/main" val="194374196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E914EA-0983-4B94-AE6F-07602780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C2E21-5C1C-447D-AB90-28E42969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DP#3 OBSERVER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1E4CA-791F-43FF-9D32-9B3237FE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D6050-4FB0-420D-A262-B70FBCB9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Demo + Ctrl+F 포인트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59A5F-8B3E-4339-B284-60D1AA3C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앱 화면, 터미널 로그, 코드 위치를 한 번에 연결한다.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DDE21-70CA-4206-AEF2-719EE71C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D5B1A-FA90-4BD3-98CF-CB0BCBBC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9AF36-ACA8-4BEB-906F-8C07ACF8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앱에서 볼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554B4-7A87-41E2-9083-3F81DC53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Confirmation bus city selector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7EC57-4C3B-4CA9-BAF9-96B817D9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A9118-DB7A-4AFF-9AC3-B4EF1B78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10B65-5F67-4AD5-B153-7337F213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rPr>
              <a:t>터미널/로그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A4F79-11CA-47C5-ACEB-974DCE06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[BUS] premium bus ticket ... issued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C6E592-05CA-41D2-ABE3-4194BAA7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65D4EE-C6BA-4FEB-950A-51DBC509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B9450C-BFDC-47F1-A39F-D0E91C69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코드에서 찾을 위치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25739-C758-45A3-80DC-D1366813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TicketPurchasePublisher / BusTicketPurchaseListener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1299C-35DA-4D05-A23D-C3C3C073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81625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Observer는 발권과 버스 발매를 느슨하게 연결합니다.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1E0AEC-AFD5-438B-BFAF-F9E1BD64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4C67E-30A3-4719-8E28-346758E1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8D97EA-64CA-4A30-A118-35D48BB0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32 / 70</a:t>
            </a:r>
          </a:p>
        </p:txBody>
      </p:sp>
    </p:spTree>
    <p:extLst>
      <p:ext uri="{BB962C8B-B14F-4D97-AF65-F5344CB8AC3E}">
        <p14:creationId xmlns:p14="http://schemas.microsoft.com/office/powerpoint/2010/main" val="1056572409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3E53C7-0DDD-4566-982A-2DFE382B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31D9A-F1F2-4D59-9EF9-2C5C52C6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DP#4 COMPOSITE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964FC-A91E-4ED2-9011-2F0236F9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A2736-564D-4DA7-9D25-1EEA85EC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Composite: 왜 필요한가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7ADBE-7A24-4C20-A850-C2B2262D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Structural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E3EF0-E48E-4A1D-838F-4CA09EF2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9708F-4396-4164-AC67-054B40FB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5A0C2-199A-4C80-A27F-2B86FF83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907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도시 코드와 공항 코드를 다르게 처리하면 검색 로직이 복잡해진다. TYO는 NRT/HND로 확장되어야 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5266A-5073-45F5-9DB6-3155FCAD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2A13B-34ED-4048-8777-C7D0CEF1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82F97-642D-468D-A4ED-633A225F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Component = AirportLocation / Leaf = Airport / Composite = AirportCity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C18B0-BA0F-4657-A4ED-1E771E32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82847-0B95-4C1C-AF67-11F334AA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E1FC1-5E52-49B2-BEB5-8DEF7A0A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이 장부터 교과서 구조와 실제 Java 코드를 1:1로 연결한다.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66F76-38CC-4074-9980-F2B6BDC4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726432-F7C9-48D8-A3CD-EAD56619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EB52C8-B92C-49DB-945E-A75656F4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33 / 70</a:t>
            </a:r>
          </a:p>
        </p:txBody>
      </p:sp>
    </p:spTree>
    <p:extLst>
      <p:ext uri="{BB962C8B-B14F-4D97-AF65-F5344CB8AC3E}">
        <p14:creationId xmlns:p14="http://schemas.microsoft.com/office/powerpoint/2010/main" val="1103602457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25D5DD-5B94-4B28-8D1F-A977C389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DEC5C-6F04-4B2B-8512-73D1D961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DP#4 COMPOSITE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D50C4-64BB-4B20-BD4C-FD5A8920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24100-9169-407F-B054-12A08DFE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Reference vs Team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93983-E64E-4F9C-8470-54CE6D61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Component = AirportLocation / Leaf = Airport / Composite = AirportCity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807ED-D83E-4F78-84CD-78FB370C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509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2114F-7133-4064-B18E-E87D7D07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6F111-49FB-4DC9-AE05-A4B13E27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4676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교과서 GoF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601D8-F9B1-4415-B472-EBF90F6D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6767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교과서 역할 이름을 먼저 읽고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06479-9270-41D5-81D2-6454AB45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509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2530A-B1CC-44EF-8A89-9175992B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8C7A2-0F47-463D-8C16-C54275E6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4676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우리 팀 구현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76BA6-1A8C-4118-BF33-3BC1502B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6767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오른쪽에서 우리 클래스명으로 치환한다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6CE47-E600-470D-B25C-A06B853B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36719-928B-417D-8CE9-9C0ED99A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Component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3E4DE-4CFE-4650-A0AE-41B69EB8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FABA7-8D6E-42C0-99CF-14827A40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1428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Composite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9FC48-D6CD-4C2C-B0E5-8ABF5720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861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B0D23B-475C-4639-B946-9A572FDB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480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B9F776-8BAA-4069-8CA0-E6CA238A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62375"/>
            <a:ext cx="19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893D6E-A872-46BA-978F-34668E7C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3434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5EA257-5C9D-4BDE-98B4-9127D7F7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4386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Leaf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0A6D36-8457-4A55-AEE3-162B7B3A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D64710-5115-4D20-931A-BAAC9796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386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Composite child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B67EC1-D0C4-4823-9A64-7D53E091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1666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7C4E66-2984-43F1-A478-17B72435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1476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AirportLocation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B78447-70E1-4028-8E11-E10C8812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385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398ABB-4EE4-46C7-9ED9-F6F1B253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33750"/>
            <a:ext cx="1619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AirportCity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9FD354-7A01-4513-BE91-B21168C1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861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CA8FBC-FF6F-4330-BD32-ABD97EAF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4480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206609-7A9A-4D96-ACF7-79004E42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62375"/>
            <a:ext cx="19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F2F378-DF7C-41CC-8E37-03A1E1B6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42CE6A-7065-49EF-842F-6F7E19F7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Airport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BD8A1E-160C-4B07-8B71-B1ACF598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788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116878-6523-4D6E-9EED-8E534E73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38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NRT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CD6F93-ADAA-4F0D-8ACF-57369E60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720C7E-7451-468F-8653-BD8E28EF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HND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7D76B5-5BB7-4384-976F-A1056277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295191-7FA2-44FB-819B-13747984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1313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JFK/LGA/EWR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5DCC82-F7B7-4B94-93F1-C83C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Component = AirportLocation / Leaf = Airport / Composite = AirportCity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739BC7-D852-41EB-AC08-525E3338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E17278-7F42-4602-8764-8FF1FF19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EC5A31-A620-4004-96BC-5B7615B2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34 / 70</a:t>
            </a:r>
          </a:p>
        </p:txBody>
      </p:sp>
    </p:spTree>
    <p:extLst>
      <p:ext uri="{BB962C8B-B14F-4D97-AF65-F5344CB8AC3E}">
        <p14:creationId xmlns:p14="http://schemas.microsoft.com/office/powerpoint/2010/main" val="557672635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AB32BF-5C1C-4108-9E9D-B34406C6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F8EB0-B3D8-4818-8B55-285DF23A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DP#4 COMPOSITE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F7DAD-29C6-4ACA-BD40-4D4967CD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3D2A5-31A0-4595-907A-470AFA15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Code Skeleton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96595-1962-406A-BD64-8AAADF8E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한 장에 핵심 코드 하나만 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ED4A8-B0AA-4E58-A999-DB97FB82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6191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0C251-5C6F-445B-A137-6292BE48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58483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interface AirportLocation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String getCode();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List&lt;Airport&gt; getAirports();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boolean matches(String keyword);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class Airport implements AirportLocation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public List&lt;Airport&gt; getAirports()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return List.of(this);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class AirportCity implements AirportLocation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private final List&lt;Airport&gt; airports;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public List&lt;Airport&gt; getAirports()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return Collections.unmodifiableList(airports);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// Search: resolve("TYO").getAirports() =&gt; NRT, HND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A3481-7E35-4818-80AF-A25130EB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핵심 읽는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92EE2-C076-4072-A162-D8655B98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0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58D61-3D56-4A78-B229-9056DAE2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1047B-91F5-49E0-924A-08037E70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검색 로직은 AirportLocation만 사용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13B6A-BBF6-4558-B4FE-A578B5B8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67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4BA27-8FFE-4FCD-A99D-7523B4BF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F6AE8-A1BA-49BB-BEA6-D49F1108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Leaf는 자기 자신 1개 반환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E034A-4BAC-499D-8312-267A0051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4E6939-1CB7-45E9-BA87-69338C17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CA7AF5-8691-42C5-BB46-65462296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0525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Composite는 하위 공항 목록 반환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5F00A7-68CA-4FD7-9B81-77A5999E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00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37588-82FD-4FBE-818F-4DB502DD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F11E2-9418-4A92-A891-19C75E80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city-code 확장이 if문 없이 가능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E6596F-568E-460C-848E-F4F79732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390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BA7D59-D107-415A-84B4-5F43CAEF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A13EDE-D8C7-413F-8B70-E333C515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530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Ctrl+F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D71B0A-6C36-4752-9AA5-693FD0A4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38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AirportLocation / AirportCity / getAirports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87D980-9D40-4118-AC4E-813A995F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1ACE6B-0598-4D9C-9DD6-8C477F37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CDAAC1-3E88-491F-8DCB-7E669BC0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35 / 70</a:t>
            </a:r>
          </a:p>
        </p:txBody>
      </p:sp>
    </p:spTree>
    <p:extLst>
      <p:ext uri="{BB962C8B-B14F-4D97-AF65-F5344CB8AC3E}">
        <p14:creationId xmlns:p14="http://schemas.microsoft.com/office/powerpoint/2010/main" val="131786070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887A2A-C951-4107-92C6-CCA032DE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B64B4-0C22-44DA-BD62-CB224BF6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DP#4 COMPOSITE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21AB8-4299-4399-B108-46DDD7F2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41CCE-7EB3-4A8B-87EA-8E6E11A1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Runtime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6860F-DB51-481F-B1ED-9CF507BE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시연 버튼이 어떤 객체 호출로 이어지는지 설명한다.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0BD4D-E89F-424F-9B40-412523B4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A6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24AEB-F25A-4D22-98F3-6B389AAF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Input TYO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1F1F0-1E41-4771-88EA-3848C374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B4760-08E9-4556-936F-45390593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2946D-62C2-4792-887E-9CA3EFA1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A48D5-07B4-469D-A35F-D86A2C4C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AirportCatalog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DB095-F4E2-4536-B61F-CA42644B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0E8F5-8ADA-4270-8355-F927C61F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D6289-BB0A-4DFC-B4BC-7314368C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651B7-DF26-4D2A-866A-52B8F6AE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AirportCity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12CD9-0D3C-4A9A-82AD-F0045972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5D6C91-92DB-458C-BC21-F47DF546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2E10B-B7B0-465F-8FBF-E22A7128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905875-5911-4FD4-9932-D4989BCE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getAirports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E5D3E-9FAE-47DF-8A6E-73C70DCE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5E59FE-5EB6-4317-AF03-88017FB6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A991FB-2F4D-465F-8B5B-59B7DDDA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42694A-90D7-4833-A158-FA1CD7FA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NRT + HND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CD60A5-CF19-4E3D-A555-2D57A78A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05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D052A1-7C94-4777-9BA1-46290421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F6DA47-D6B6-460C-8174-06108091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767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검색 로직은 AirportLocation만 사용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F817F7-4D36-4B53-9FB8-A92C8653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F43CF2-6DB8-466C-B4BA-3BEB23D1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A844DB-3ADB-42D6-99C9-E607A652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339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Leaf는 자기 자신 1개 반환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77EBA0-98AC-497B-A585-26E8F6BE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9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E92AF0-B318-4926-815F-F64B48A3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702BBC-E17E-4ECB-8E05-C9BEC25B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Composite는 하위 공항 목록 반환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4277FB-BA51-4018-B995-E8C7F00D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9D2E11-8977-4106-98C0-EDA6DA0C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02E5AA-5C06-4E2B-8581-9B286312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36 / 70</a:t>
            </a:r>
          </a:p>
        </p:txBody>
      </p:sp>
    </p:spTree>
    <p:extLst>
      <p:ext uri="{BB962C8B-B14F-4D97-AF65-F5344CB8AC3E}">
        <p14:creationId xmlns:p14="http://schemas.microsoft.com/office/powerpoint/2010/main" val="1918814010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2BA858-C290-4277-B678-9728F21D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2AF35-48C4-439A-B28F-A05CDC1C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DP#4 COMPOSITE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EDA96-6C91-4669-B1FB-1E300326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6A034-C782-4EBD-9E0B-A6973A0D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Demo + Ctrl+F 포인트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3CB95-96B8-4CC4-8951-FC999E20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앱 화면, 터미널 로그, 코드 위치를 한 번에 연결한다.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3CE79-BB2C-4FF7-A76E-9C5124D0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FE748-5A1B-4A2E-B5CC-E2EC5480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63B3C-8D0B-4FCF-90B6-90EE711B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앱에서 볼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5D562-3888-4C00-AE6F-888970AE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Search origin/destination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8D1D4-2281-4202-B035-8A060A84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6402E-D14A-4FCF-BD0D-8B4746EC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38885-E89D-412E-B3E0-D591F6CC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rPr>
              <a:t>터미널/로그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2A811-EA5B-474A-ABFF-F88ED028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검색 결과에 여러 공항 route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ED8CB4-C245-4D3C-B5F7-871D2BC6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A4623-58C9-4F83-BC46-555A4866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FB95D-A881-4A4A-AD0B-FFDC2EC1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코드에서 찾을 위치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016AD-587D-4F3E-9652-5A1A304F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AirportLocation / AirportCity / getAirports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71734-E1CD-40D9-972A-17F00465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81625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Composite는 도시와 공항을 같은 타입으로 다뤄 검색 흐름을 단순화합니다.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25A1E-2FDE-416C-A95E-90A86EED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16AA2-094A-4870-AD82-14996048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6E76BD-1167-4882-8328-440B80E2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37 / 70</a:t>
            </a:r>
          </a:p>
        </p:txBody>
      </p:sp>
    </p:spTree>
    <p:extLst>
      <p:ext uri="{BB962C8B-B14F-4D97-AF65-F5344CB8AC3E}">
        <p14:creationId xmlns:p14="http://schemas.microsoft.com/office/powerpoint/2010/main" val="1584534468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B13DC3-9581-499D-ADF2-E1644AC2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1AFF0-8CF3-469D-9EA1-1207C374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DP#5 SINGLETON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18D18-8C66-4828-A104-0CCA5E3B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8873F-08A1-482F-A1F7-08492E02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Singleton: 왜 필요한가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23595-7FB9-4E6F-A706-89FFE109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Creational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7AE62-A83D-4E22-A08C-37427D7C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0F9E2-D6B2-4028-AF02-15135B5A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16792-F56A-46B6-BF89-19CC814E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907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글꼴, 통화, 테마 설정을 화면마다 따로 가지면 값이 어긋나고 재렌더 흐름이 복잡해진다.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BC010-F75E-43AF-A353-EE1A1837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3A760-EE35-4365-803D-1F88B2E9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62553-5FBB-4516-85DD-396CA492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Singleton = AppConfig / shared instance + listeners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A4771-DBC6-4C33-8CE7-2ED5357D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25A16-B9F6-4939-A77E-986122D0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725B6-E57D-471C-8C6E-28E9D60C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이 장부터 교과서 구조와 실제 Java 코드를 1:1로 연결한다.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9F9DB9-FEAB-4F7C-90A4-89527802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96445-707C-4EEF-A2A8-A6FA2D92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653996-41C5-4D21-87F6-4F5C11B6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38 / 70</a:t>
            </a:r>
          </a:p>
        </p:txBody>
      </p:sp>
    </p:spTree>
    <p:extLst>
      <p:ext uri="{BB962C8B-B14F-4D97-AF65-F5344CB8AC3E}">
        <p14:creationId xmlns:p14="http://schemas.microsoft.com/office/powerpoint/2010/main" val="1618587031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F9220D-62BE-47ED-9D9A-B60EE84E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C65C2-95D7-4483-89A3-55B46B64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DP#5 SINGLETON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65DCA-AC01-4DED-96DA-1400F059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3A309-32CD-4CD6-9970-94976864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Reference vs Team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028BB-0241-4D03-BC2B-A875A4FF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Singleton = AppConfig / shared instance + listeners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4143E-FA49-4926-81D5-2D44FCF5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509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973BC-E2CE-4072-B091-A943BAD9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2F0C6-1AB4-4C6B-B15C-0BC6F6B5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4676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교과서 GoF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C8D49-2D66-47BA-9EF2-52B1C3AC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6767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교과서 역할 이름을 먼저 읽고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DEBC9-5CF4-4898-A14C-07F69709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509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113C9-DDD2-49D6-BBCB-2679F698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037A5-827B-40B8-B915-355CAA6B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4676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우리 팀 구현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07FE4-95BA-4C5D-AB62-9A61C872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6767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오른쪽에서 우리 클래스명으로 치환한다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91E75-58F2-4F48-ACE3-975517A9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1A507-A521-454F-998F-D68982BB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Singleton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360F8-3C4E-4B2D-86AE-6459781C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4A06B-EE82-4B84-B884-02DBACC1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1428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getInstance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67FDC-78ED-4514-8F5F-AC1B2AA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861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00197-0465-4E05-BC2A-F8575C8D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480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C601F-5A63-4C9B-938C-78E9A70F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62375"/>
            <a:ext cx="19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6E82CC-CFAF-412D-B96F-3AB79E75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288" y="43434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33E459-A735-451D-9873-52B51C37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8" y="44386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instance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AEE24C-5E50-4FF6-B169-A9F7D1D2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1666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2DA3B-0C74-4813-B134-B64C8914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1476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AppConfig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A849C7-F443-4F72-982C-BBA6741E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385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081239-7AA5-4E1E-B271-A78AAAC6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33750"/>
            <a:ext cx="1619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getInstance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9F6B54-E458-4D9B-94A6-4C0CD00B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861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0F504C-7AD3-493C-87F7-CA6F384F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4480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B85001-20EA-4CEC-88A5-2E85C75C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62375"/>
            <a:ext cx="19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4C981F-7972-497E-8245-2213DC44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2C9CD8-570A-4BC0-A284-01A10C79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fontScale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B410FD-32D4-455B-B8ED-375FC8AC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788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C8CE1D-B133-4FCB-8B76-B63B4F29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38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currency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11005D-3528-4557-BB10-934B1F5D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237220-6803-40C4-8669-8F771EAD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theme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54B656-7AA1-4AF6-AA67-B61AE276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008FC0-8E95-4F7C-8646-30257CAE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1313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listeners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ABB142-1DB7-44AA-AD62-A512A629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Singleton = AppConfig / shared instance + listeners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564090-F7B2-41CB-A37C-B33A5A03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4C6F21-3187-4C8A-B4B5-39CDCFF5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B2DB1C-EC45-4298-9832-39ED3BFE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39 / 70</a:t>
            </a:r>
          </a:p>
        </p:txBody>
      </p:sp>
    </p:spTree>
    <p:extLst>
      <p:ext uri="{BB962C8B-B14F-4D97-AF65-F5344CB8AC3E}">
        <p14:creationId xmlns:p14="http://schemas.microsoft.com/office/powerpoint/2010/main" val="453194825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F21A65-1990-482F-AD69-5AA4B784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9E9EC-1ADC-4F95-8B13-7C0BD87B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DP#5 SINGLETON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318C7-4958-47DD-8821-25250460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439C6-4857-4284-A904-534CF7AB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Code Skeleton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98BCF-3008-4C06-BB0F-FA5ABCEE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한 장에 핵심 코드 하나만 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158D2-EF75-44F7-80CC-686188D5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6191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0D136-7F3F-494E-B7B1-B5BBCFB8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58483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public final class AppConfig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private static volatile AppConfig instance;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private final List&lt;Consumer&lt;AppConfig&gt;&gt; listeners;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private AppConfig() {}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public static AppConfig getInstance()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if (instance == null)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    synchronized (AppConfig.class)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        if (instance == null) instance = new AppConfig();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    }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}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return instance;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public void setFontScale(double scale)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this.fontScale = scale;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notifyListeners();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BC7A2-494A-4635-98FC-4832DD24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핵심 읽는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937B0-07BE-4353-99A8-AAA7C83E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0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65FDF-946C-440C-B7CA-E5E3F312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FDC7F-7F27-4825-A158-9F9975BC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private constructor로 외부 생성을 차단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BB6FF-82A9-4B02-B938-1E5A925F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67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99797-8825-4CD1-B90F-663B91CE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99AAD-893A-425D-AEB8-DC3198A8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volatile + double checked locking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930D1-52AA-4840-92F0-4083BD0D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0C480-4ECD-4078-9611-F480750B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EE4292-D950-4FBC-8266-D0494B21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0525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설정 변경 후 listener 알림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20B0E2-92A4-4389-9837-F097625B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00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9BF104-7534-464E-B48C-DFD1A3F4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16BF8F-EBAD-4BE5-ADCC-2770D10B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모든 JavaFX 화면이 같은 config를 참조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601437-3284-444B-B4A2-6FE5B7BE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390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77B88-29CB-4B1B-8C60-266A93F0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738C6D-988D-4291-BE1F-4F9565FA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530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Ctrl+F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CC7D94-2D09-4311-B80C-1A07DBB6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38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AppConfig / getInstance / notifyListeners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FFF9A1-52E1-41E2-851F-E8E77037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F3F8F7-44C6-47C9-A184-600B8A83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DCAD85-EFCD-477F-BC11-578B1E81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40 / 70</a:t>
            </a:r>
          </a:p>
        </p:txBody>
      </p:sp>
    </p:spTree>
    <p:extLst>
      <p:ext uri="{BB962C8B-B14F-4D97-AF65-F5344CB8AC3E}">
        <p14:creationId xmlns:p14="http://schemas.microsoft.com/office/powerpoint/2010/main" val="412148423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5CD4F1-301E-4CB7-84A0-C025283F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680FE-DAC3-4EEB-B24D-709C0F2D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DP#5 SINGLETON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9FD8D-6A7D-445F-BC39-9E39A50A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DFDFA-0ADF-4087-8035-B49F9D90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Runtime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96A1B-D088-4D80-BE37-F05F054C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시연 버튼이 어떤 객체 호출로 이어지는지 설명한다.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A2A09-F916-4596-B6E7-485B1C70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A6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82886-D984-4D20-BE65-A073E049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Settings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9FC4C-8413-45BF-923E-99922876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9B80E-777B-4156-8734-4F8E2424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5F7C3-291F-4308-B98D-9E04B1AC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AB754-FE4B-49D1-BD43-7A18B683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AppConfig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580519-F77D-413B-BF27-E81EDB3E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0985F-333D-4A81-829C-20CEF881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C67DD-D35E-4C5D-9B4F-815FF8C3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6450E-D04C-43B8-A9AE-F4066E52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set 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06F13D-212B-4D4D-80A0-11A3BD48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7D5F0B-06B8-4783-8E41-A307BEC3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7D6CA-8D02-40E7-80C0-73F551CD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27B162-6C3D-4E88-82E6-C00A83C1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notify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481CE3-6832-46F1-877A-36EEC576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9CB5DB-3FF6-440C-BBA9-DD6CFFFF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87C6CB-9848-4E09-B358-7503DA10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B88828-F8CE-4EC2-880A-4719ED4A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scene refresh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165D7B-24CA-4971-A516-DF61739C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05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69EB70-0AA3-4D7F-A666-5EFEAC74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3775D6-AA13-487A-A0C2-260B8101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767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private constructor로 외부 생성을 차단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B60A0B-8D17-4DF5-9AD3-2F7C156F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D619AF-A1B4-4915-A433-2EE9AFE2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E662FF-3F51-4E61-8972-956BF4A5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339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volatile + double checked locking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68F5A7-09DB-4323-A685-A22E9984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9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D8018B-9D6C-4FD5-87D0-291A7246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477E67-AAC7-4DCA-A99F-5767E605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설정 변경 후 listener 알림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61DCA4-9243-4759-8073-6D7B6EA2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E0E6D0-C02F-4E6A-BBA0-EF3847E4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57D2F7-EB64-4CB2-A802-D35E6B14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41 / 70</a:t>
            </a:r>
          </a:p>
        </p:txBody>
      </p:sp>
    </p:spTree>
    <p:extLst>
      <p:ext uri="{BB962C8B-B14F-4D97-AF65-F5344CB8AC3E}">
        <p14:creationId xmlns:p14="http://schemas.microsoft.com/office/powerpoint/2010/main" val="499656764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CD96F9-D588-49F4-BB30-9FE21F47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DEA61-9351-41FA-A6E5-5E5A4692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DP#5 SINGLETON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96BB3-D95E-48B6-B133-22234B26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51ED7-5A81-4812-9C6D-0A548592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Demo + Ctrl+F 포인트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A6086-6DD3-4239-8EF3-354A0C73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앱 화면, 터미널 로그, 코드 위치를 한 번에 연결한다.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D78B8-95D2-44B7-8F8F-47E413A5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CD216-5122-4BC9-BC17-BE4172E9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7DDE0-8D0E-4AFC-9C4A-1B5EDEB6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앱에서 볼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09E2B-9ED0-412E-A1D2-1027F833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Settings screen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45BAC-04F2-4642-9E79-60FCE275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EDD56-1577-4DD0-B763-1EFEC32C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C86C2-BCAC-4347-BF41-49E0AAFA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rPr>
              <a:t>터미널/로그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49A65-3784-40B4-8F50-26463170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설정 변경 로그 또는 즉시 UI 변화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B35D98-E810-40ED-AAB8-33451CEC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9094A-A78B-4357-AC0F-B73F6708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BBC614-C59C-43B7-83C1-A38941A7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코드에서 찾을 위치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47109-9E0D-48CF-8C01-238C9814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AppConfig / getInstance / notifyListeners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53F924-9A12-453E-94B0-D600CC38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81625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Singleton은 전역 설정의 단일 진실 공급원입니다.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BE20ED-14EA-43E4-9B58-2660DFE7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F08482-4C23-44CE-BDA9-FB80D91E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7CC16C-A005-4856-8CC4-9D912B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42 / 70</a:t>
            </a:r>
          </a:p>
        </p:txBody>
      </p:sp>
    </p:spTree>
    <p:extLst>
      <p:ext uri="{BB962C8B-B14F-4D97-AF65-F5344CB8AC3E}">
        <p14:creationId xmlns:p14="http://schemas.microsoft.com/office/powerpoint/2010/main" val="1210253466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B9FF1B-BC8A-434E-9A9F-6CF0FA8F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1C7E0-E3A3-4003-90A3-1D32B12C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DP#6 FACTORY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7C801-2F34-43B8-82F1-D032D6CD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7B23F-565F-4BDB-B3BC-6837F684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Factory Method: 왜 필요한가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FA303-8339-49F4-9E5D-39DDC79B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Creational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CE6A3-61FD-4332-AEBA-6CD1239F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A1F8F-ECE1-4613-B959-19EBC5B6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2F98C-AAF7-49F5-8FEC-F1FF8C6D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907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결제수단과 여정 타입이 늘 때 caller가 concrete class를 직접 new하면 변경 지점이 퍼진다.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196E7-62EF-4DEF-9FA8-986AE7BA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AC3EE-98AE-42D7-8441-8AA3C8CA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593B1-B460-4250-B067-1F8E4EAD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Creator = PaymentMethodProcessor, ItineraryFactory / Factory Method = createPayment, createItinerary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74750-82C9-495F-9F2D-5ADF6429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DEE65-61E6-4BB8-B37D-8BAD33EB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406FB-DEEB-4110-9CF8-BB99FCC5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이 장부터 교과서 구조와 실제 Java 코드를 1:1로 연결한다.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6827F-F454-4443-AD2B-6261D770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DB316-AB74-45DE-AFFB-CA4F1AFE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325B63-770F-4CC4-98C2-5A69AAB9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43 / 70</a:t>
            </a:r>
          </a:p>
        </p:txBody>
      </p:sp>
    </p:spTree>
    <p:extLst>
      <p:ext uri="{BB962C8B-B14F-4D97-AF65-F5344CB8AC3E}">
        <p14:creationId xmlns:p14="http://schemas.microsoft.com/office/powerpoint/2010/main" val="529450388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CB530A-10F1-455A-9B42-164EDC11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97B30-B0DE-42C5-8D22-ED92E6DA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DP#6 FACTORY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E5E84-A256-4504-9FC0-0A4E433D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55785-AE47-48F0-842A-29F912E1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Reference vs Team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A5533-F05F-4C2B-8362-93993D9B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Creator = PaymentMethodProcessor, ItineraryFactory / Factory Method = createPayment, createItinerary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A5A65-CF92-4467-94D8-F71F34CF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509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A66DA-4829-4F26-9496-984C4E86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B50E8-C3F4-417D-B8A0-12D748DD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4676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교과서 GoF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E0584-863E-4117-948E-D011C32C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6767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교과서 역할 이름을 먼저 읽고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4EBD6-AB10-4291-815E-FB558E49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509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33E55-A44C-4E84-9B94-9B62A437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175C8-1416-4F30-9894-141DF1F4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4676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우리 팀 구현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92867-35FF-49AD-B196-4FE9BC73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6767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오른쪽에서 우리 클래스명으로 치환한다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85257-C436-4593-BBDC-270F357B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9B84C-B16D-41AA-9377-CB6E460A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Creator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88776-FD1F-46AA-B922-99EE79FD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E74D2F-26C7-423F-8659-DC311FE8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1428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Product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F43C2-DAC5-41AD-9F79-AB1633A7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861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35C18-BF76-4B12-97CE-A8046B89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480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40ECDC-C287-4B59-B4D9-DE905230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62375"/>
            <a:ext cx="19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CB2C7C-5DC1-4676-A373-4888C559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3434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986043-4DEB-43FB-9C0C-C2052AC6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4386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ConcreteCreatorA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18405-3C59-42C5-A5B9-9DA253FD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81827C-D2AA-4B75-8F78-A2569F45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386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ConcreteCreatorB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B1053E-FFD8-4A5E-B97D-F3B2DD67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1666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82EF5A-C3C8-46DE-A3C9-0CB6189B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1476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PaymentMethodProcessor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F8AB77-FE8C-4C8B-95EB-531AF67B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385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FA90A3-9692-4DD9-87A3-58CD0EEB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33750"/>
            <a:ext cx="1619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Payment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F65AB1-C050-44FA-B7BB-6EE940DB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861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DD4A28-D860-4F6C-8A27-2FB0EC26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4480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8BFC15-A7C4-49B8-A3F8-B6B0B077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62375"/>
            <a:ext cx="19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09EB0F-A8C4-413A-9D01-120855BA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454C46-B82B-4115-B779-9882D4A5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KakaoPayProcessor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9E5A47-A99E-4C01-9412-ACC01C3B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788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2B6185-A630-4942-81C5-D7FC11F2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38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MileageProcessor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13F070-47B2-402C-B30F-79C9B936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4A4E51-9918-4531-A343-4B8D76DB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ItineraryFactory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3AD675-CE5E-4769-9989-F702D33D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2C8322-0653-43F3-B857-23ED131A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1313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ConnectingFactory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83BC25-2572-48B9-B2E2-4518C986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Creator = PaymentMethodProcessor, ItineraryFactory / Factory Method = createPayment, createItinerary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9DAE16-9A54-46EA-AC5B-ADE96092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8C677C-4349-420C-8F82-BE133EB0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16582B-E9C6-4666-B414-44BBE99D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44 / 70</a:t>
            </a:r>
          </a:p>
        </p:txBody>
      </p:sp>
    </p:spTree>
    <p:extLst>
      <p:ext uri="{BB962C8B-B14F-4D97-AF65-F5344CB8AC3E}">
        <p14:creationId xmlns:p14="http://schemas.microsoft.com/office/powerpoint/2010/main" val="195907255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CBEFFD-813A-45DF-828B-89B8F89D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A1AE8-407C-49F8-87F8-0A486FEE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DP#6 FACTORY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CEE8C-0148-404B-8573-44493B2E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B94C3-6788-4263-8410-2065C5EC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Code Skeleton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FF164-950A-45F6-B0A8-2CCE12DE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한 장에 핵심 코드 하나만 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D8463-4278-4B34-A4D2-F86ECDB8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6191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011DC-3DE0-4870-8CAC-9A448B5D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58483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abstract class PaymentMethodProcessor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public final Payment processCharge(long amount, String pnr)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Payment payment = createPayment(amount);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if (authorize(payment)) payment.pay();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else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    payment.fail();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    publish(new PaymentFailedEvent(payment, pnr, declineReason()));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}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return payment;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protected abstract Payment createPayment(long amount);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class KakaoPayPaymentProcessor extends PaymentMethodProcessor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protected Payment createPayment(long amount)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return basePayment(amount, PaymentMethod.KAKAO_PAY);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// PaymentProcessorFactory.forMethod(...) is a selector helper.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B41D8-BFA3-41A6-BBFF-A3225B72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핵심 읽는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C96CC-11C7-4924-950F-24C2D85A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0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EFAF8-ECD4-45AE-8D1C-B58335C3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769B2D-FE5D-4132-AE5B-CD522C9A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중요: PaymentProcessorFactory는 선택 helper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B0E1D-953D-4FCC-8B4B-AFE52712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67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0DA09-55D1-4EFB-B114-FE4FDEF7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64A80-45DF-4A6C-BB42-DACB7657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Creator는 abstract processor/factory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CD241-C9D8-4AD8-A983-1B0386B3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1E658-3763-4453-B6A5-B97B0E40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C3ACDD-FB68-43E4-8253-B429FA95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0525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공통 흐름 안에서 factory method 호출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B6669E-197C-4B26-A9AC-69A481E6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00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585F7F-3F12-4C5D-9F93-A379BF94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E5E52-84F5-47AE-9B71-954CB312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새 결제수단은 concrete creator 추가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41B6BA-DADC-40F3-8D9F-5DFFE310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390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39798D-C9F3-4A69-9CB6-604EAD9E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3BFB9D-D9AA-4436-8D1C-E569ABCE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530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Ctrl+F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53CE51-FD5F-4A9F-A019-70E0F997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38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PaymentMethodProcessor / createPayment / ItineraryFactory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351374-CB23-4C6F-9477-B1B99BE7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F5619-288B-4598-8C89-BB18FB1E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A60D5D-818A-4DDF-ABE7-0207D2A2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45 / 70</a:t>
            </a:r>
          </a:p>
        </p:txBody>
      </p:sp>
    </p:spTree>
    <p:extLst>
      <p:ext uri="{BB962C8B-B14F-4D97-AF65-F5344CB8AC3E}">
        <p14:creationId xmlns:p14="http://schemas.microsoft.com/office/powerpoint/2010/main" val="1164353697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E6C74B-1BDF-4782-9544-21A73815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135F3-05FC-43E8-BFB3-4D012963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DP#6 FACTORY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11E60-E2EC-4E2B-B6AC-6332B78B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EB1CA-7A5B-4FF9-AF8A-2B1C648F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Runtime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930BB-211A-442C-8256-59CD0DB3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시연 버튼이 어떤 객체 호출로 이어지는지 설명한다.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EBED3-9C49-4B65-BDB7-BEFA87AD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A6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9D969-0D2C-4764-BA20-907661FB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UI method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06CC9-F75A-440E-8FEC-6AC20EA8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A09B3-F4C9-42AF-A5A2-1BE802D8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EAB2D-4CB2-441A-AE98-1271D820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7184C-AB2E-47F8-9561-861D8C3A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selector helper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52413-F01A-48BF-979C-B9A74779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4BFC8-4912-42F2-A9B1-AA731A68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4DA48-E925-4E47-A1AA-F4C46C25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B43E8-883D-485C-B602-E6D95420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ConcreteCreator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611C5-FF01-4F6E-A259-23E4C3B1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756F6-75DF-4280-A7F8-18638BBB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10CA09-4FCE-4696-94E3-BD91C265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7A0BD-8154-48A0-8B6C-772D4BA5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createPayment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DE8B7-4AFC-40A2-8B26-26A4041C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02717C-0009-468B-8080-DF5E6519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037A12-E4C7-45D2-BBBB-674BA9DA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4CA93C-BC33-4C99-B40D-D0C0D438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Payment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7F4726-3368-409D-840B-7BDAA7C6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05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B53E80-59B7-43B6-96DD-2703FC84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EB8B43-8F4D-4935-A6EC-15FF5E97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767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중요: PaymentProcessorFactory는 선택 helper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AC8EFE-CE94-42DF-9EF3-FD09C532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1E4F8A-9D21-4DF3-B1CB-20123F06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6A87CD-2DD7-4196-A463-9E0722C1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339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Creator는 abstract processor/factory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343CD1-F6CE-48FC-8074-B463873F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9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FAAB4D-2565-4057-8DFB-CD1B6886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C85C9D-598A-43B8-8847-0CCFFBAD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공통 흐름 안에서 factory method 호출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C2D05F-7E23-4058-996E-BD9FAC6D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D4A9B3-ADAF-4672-8C02-5C0B0233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AF47E2-693B-4005-9478-F8E7E872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46 / 70</a:t>
            </a:r>
          </a:p>
        </p:txBody>
      </p:sp>
    </p:spTree>
    <p:extLst>
      <p:ext uri="{BB962C8B-B14F-4D97-AF65-F5344CB8AC3E}">
        <p14:creationId xmlns:p14="http://schemas.microsoft.com/office/powerpoint/2010/main" val="1209698061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A51B22-149C-48C0-88BB-B27D3E72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B4F20-11A1-4AD2-A578-13844F08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DP#6 FACTORY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09A1D-7E5D-4880-B017-F518274B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FE9AF-6ECC-4E8D-96EE-D0CD9DB8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Demo + Ctrl+F 포인트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25B19-E1F0-41AB-B66C-2415F07E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앱 화면, 터미널 로그, 코드 위치를 한 번에 연결한다.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C5225-EFAD-4481-BC3A-32AA58A1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BBB1B-1F33-42B7-8D70-BECA8B02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E14F8-819D-4FBD-B2BA-B90C5707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앱에서 볼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E6B74-7150-4314-87EE-08EC7C6C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Payment method combo / connecting 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873E5-BC23-44FE-9E6F-9FD42F14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CBCBF-BA59-4E15-A1ED-6EC777D4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43A7B-1ABE-426A-B9F1-FF263706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rPr>
              <a:t>터미널/로그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0088F-4BCE-4B50-B0F8-2B9FF4F0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processor method와 payment status 로그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92142-D7E0-44C0-A417-24135BA7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C91B9-CD6E-418D-98FB-F782CC79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5C92C-D142-4B83-B49F-CD714BE2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코드에서 찾을 위치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07B8B-C01F-4C3C-B1B2-38EFBC39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PaymentMethodProcessor / ItineraryFactory / createPayment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BFEF1C-3356-4371-AC28-FF760462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81625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Factory Method는 생성 책임을 subclass로 밀어 concrete class 의존을 줄입니다.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2449E9-5AEE-45EE-86A6-8B7500EF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92063C-5BB3-47B7-8554-BC6B0E1A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8EB4AC-A831-417A-917E-8000A124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47 / 70</a:t>
            </a:r>
          </a:p>
        </p:txBody>
      </p:sp>
    </p:spTree>
    <p:extLst>
      <p:ext uri="{BB962C8B-B14F-4D97-AF65-F5344CB8AC3E}">
        <p14:creationId xmlns:p14="http://schemas.microsoft.com/office/powerpoint/2010/main" val="1687781075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A2F640-B302-4FF6-B9AC-ED0963A1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E3E87-8CBF-4AB8-B40E-651C9903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DP#7 TEMPLATE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F6446-8371-4DEF-918F-F061FD39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C8749-B247-43B9-BE85-6EF572F4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Template Method: 왜 필요한가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277CE-F834-4280-80F4-2874ABC8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Behavioral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BD0C3-E9E0-4E31-B1C3-75AF9ACB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4B58F-9855-482E-84F3-A4ECCCED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F67EC-2484-4067-AE63-8233D161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907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e-Ticket 포맷은 여러 개지만 header-body-footer 흐름은 항상 같다. 흐름을 중복하면 포맷 추가가 어렵다.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EB6C8-A8E6-411B-976B-AAC03BB5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90165-CBD7-4E4D-8718-B0FD3F01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8E181-E3E7-40F6-9779-845796E0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AbstractClass = TicketRenderer / templateMethod = final render / primitive = header, body, footer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1D460-44AC-4DDB-98B2-47492360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E2B3D-523F-4016-9F73-141A51ED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461259-8F41-4529-8DAD-F0DFA36D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이 장부터 교과서 구조와 실제 Java 코드를 1:1로 연결한다.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4A90A-FFCB-4615-8CE0-55192E92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28F4A3-6833-4333-99F4-5CBC8AFE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ADF4D6-801F-4D99-9948-5C720D72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48 / 70</a:t>
            </a:r>
          </a:p>
        </p:txBody>
      </p:sp>
    </p:spTree>
    <p:extLst>
      <p:ext uri="{BB962C8B-B14F-4D97-AF65-F5344CB8AC3E}">
        <p14:creationId xmlns:p14="http://schemas.microsoft.com/office/powerpoint/2010/main" val="207884353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67B75C-9347-4DD1-A728-7AAE7089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60CBD-7851-4251-9549-6F0B02B2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DP#7 TEMPLATE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3FBC3-8A45-4B5C-9A75-EA9D41AD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12EFF-872D-4038-8D1B-70405594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Reference vs Team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76645-8DEF-490B-A4E6-576D1731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AbstractClass = TicketRenderer / templateMethod = final render / primitive = header, body, footer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69381-6ED0-41E0-9CF2-08351994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509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39C64-03D7-4B33-8025-F8D17236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9AAA5-DD96-4F9B-B3ED-745D74C0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4676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교과서 GoF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25324-BBFC-40C5-8998-1CD72537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6767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교과서 역할 이름을 먼저 읽고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DC3F2-6DD1-44E1-A25E-61CAB39B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509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6B1098-67FE-438E-BFFF-A8224FA7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23384-4A2F-45A8-9641-273F6FE1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4676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우리 팀 구현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EC89F-C681-4732-B6A2-17551981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6767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오른쪽에서 우리 클래스명으로 치환한다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D5FCD-0AE5-4F72-AC8D-0D63B741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73721-7C0D-44BB-94E5-D35418C5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AbstractClass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42EF7-911B-4AA4-903E-D3BA946B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0B10AB-E0A8-4551-ABB3-90161BA1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1428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templateMethod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5EA3D-D24C-49CA-AB0E-55E3BC96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861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F04DBF-FF26-4574-B7B3-BDEA5BF9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480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E11DBF-5F26-4AD8-B52E-1B187854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62375"/>
            <a:ext cx="19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0B19D2-0252-4D80-942E-9AC0E276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3434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1E2906-09F8-4D02-8130-C1105D1F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4386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ConcreteClassA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24D08-5DD6-4C10-87C1-8D383C43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597A69-0893-4C01-BBC8-8F69E253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386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ConcreteClassB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9B1A31-D8E9-468E-B7C4-AE1F8D09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1666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19D36A-860A-406F-8377-B56253F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1476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TicketRenderer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F07054-242E-4BEF-A030-8E893E5C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385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EDDD7D-9AFC-4617-BDD8-19D718EE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33750"/>
            <a:ext cx="1619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render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741A2B-B274-4619-BAED-9A373356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861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511DDD-B4D7-454D-ACE9-B430D25B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4480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94B718-E0D3-4F71-BB98-805FA56E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62375"/>
            <a:ext cx="19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DCF4D5-6BE5-4FFD-A955-2EB2D2C2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4340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9958DB-AA62-4DCA-A908-BC5F00C8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38650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PlainText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B02B85-6210-4889-BE0E-19096270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34340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409A61-F1BC-4CA5-BF65-174EBFC3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438650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HTML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62F0EB-41EC-4435-AA59-88D50938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34340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A50A34-56B2-43D8-B1CF-163B3CEE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438650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BoardingPass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4F7E0A-FF3B-4F24-8CE9-13521F88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AbstractClass = TicketRenderer / templateMethod = final render / primitive = header, body, footer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531F88-4714-48EF-B878-8105FF53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03D209-E569-4D06-B678-E3CF613F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8521C0-396A-4974-97FF-22C18143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49 / 70</a:t>
            </a:r>
          </a:p>
        </p:txBody>
      </p:sp>
    </p:spTree>
    <p:extLst>
      <p:ext uri="{BB962C8B-B14F-4D97-AF65-F5344CB8AC3E}">
        <p14:creationId xmlns:p14="http://schemas.microsoft.com/office/powerpoint/2010/main" val="1725842203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1F80F7-FA77-4112-A2BA-0641F51B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CCA05-9D4F-4C4A-A497-07385F41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DP#7 TEMPLATE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35B0B-C8CA-4EAC-A321-657EC555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4BBA2-4A7C-4351-8A47-1043598F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Code Skeleton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720FE-EE1D-47A3-9B48-AD209967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한 장에 핵심 코드 하나만 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E0B79-AF4C-4D2B-B1E7-2670EBBE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6191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F2D7E-EBB7-4889-B535-C7DBBDDE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58483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abstract class TicketRenderer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public final String render(Reservation r, Ticket t)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return header(r, t)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     + separator()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     + body(r, t)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     + footer(r, t);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protected abstract String header(Reservation r, Ticket t);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protected abstract String body(Reservation r, Ticket t);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protected abstract String footer(Reservation r, Ticket t);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protected String separator()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return "\n---\n";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class BoardingPassRenderer extends TicketRenderer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protected String body(Reservation r, Ticket t) { return boardingPass; }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88B7E-28AA-4CA4-8460-DEF3E719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핵심 읽는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4B797-6737-4202-8281-B06AB627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0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1A22A-D20A-46B5-87A1-EF4E6729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68136-9E45-44B1-8990-FD7ECDF5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render는 final로 골격 고정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42C8B-65D2-4EA5-A6F8-12E8C588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67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2C135-7E1E-4A69-B769-B84C65B1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92AC8-BAC5-4BD3-BB09-8EA281E8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format별 세부 출력만 subclass 구현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0C7A5-BEEB-4993-97D7-7787AFF5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F9F42-BF0D-4267-964F-73752C4A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2B98B-19D1-45F9-AADA-80DD2F48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0525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separator는 hook처럼 override 가능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84D4E1-A510-4E41-A944-86E916B3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00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BF38D3-AE97-491C-8570-5CBF3519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A3DB4-9718-4600-998B-B0BE2D46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동일 data를 여러 presentation으로 렌더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317D37-C764-41B6-A875-F137E9B2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390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A5AD0-C793-4A38-BA5B-9A767653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A125D7-E342-487C-A78B-26353635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530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Ctrl+F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A5DB6D-884C-422C-A4FF-7444F77E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38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TicketRenderer / final String render / BoardingPassRenderer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60CF31-2B8D-4FB7-812E-C0C68682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BAFF1D-34B5-4B06-B8CA-52C8E7E5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9E9960-F261-4A2B-B3EE-C4F5077D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50 / 70</a:t>
            </a:r>
          </a:p>
        </p:txBody>
      </p:sp>
    </p:spTree>
    <p:extLst>
      <p:ext uri="{BB962C8B-B14F-4D97-AF65-F5344CB8AC3E}">
        <p14:creationId xmlns:p14="http://schemas.microsoft.com/office/powerpoint/2010/main" val="1813122572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339789-16AE-4DB1-AFB5-DB059ACE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208F72-5D8E-4960-9C4D-106C3BB0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DP#7 TEMPLATE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4E457-902F-4CAF-A5D2-B3E0DCC3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232BA-29FD-4BF7-9DCF-5417C61D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Runtime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55F6F-F77D-403B-AA30-F6087D23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시연 버튼이 어떤 객체 호출로 이어지는지 설명한다.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64F51-81A6-4C20-9BAB-30A43772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A6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743AD-6FEE-4F5D-A5DB-71C08640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Format combo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32899-4E0C-4BB3-8876-E68DD8C2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3AB3A-FA3B-4845-B023-DF296DD8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D6233-CE86-4582-A9FC-973DA128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92DB8-9044-4391-A464-1CC16877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Renderer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328BF-85FA-4715-973B-C8253241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29E47-AF57-4395-B7F0-95C2E871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280B3-2881-4BE9-AE91-7C5DD799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C00E0-003C-4EA9-852E-F9412A26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final render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8AFFE-07EF-4A9C-8152-9F3F8E03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392C2-010B-403A-B446-254B15A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F45B18-8539-4A63-88BB-14F61868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2388D8-5ABB-45F4-938E-4E35AA10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primitive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1CD5B-7D30-4975-8BC1-AB055379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7639FF-8D15-42C1-980D-20F1310C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D1AC34-82BC-4F24-ABDE-5391350B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3316CF-2A08-499F-93EF-E82D395B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ticket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2D182B-4C8E-4A60-8C22-F6A1CDF0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05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F18433-D951-41B2-B6D1-FD3B773E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959DEF-3634-495E-BD4A-064AA406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767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render는 final로 골격 고정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C8ED5D-7B98-4689-B3A7-E041ADC0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5A45AB-EFC1-4339-91BF-D31367BF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C9F5D7-E439-46B3-BBBD-2E77872C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339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format별 세부 출력만 subclass 구현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32F853-DC67-425E-B342-E94B33F4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9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0C2E8B-EACA-45BE-AFC9-C247D3C9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37B03E-413F-451F-B710-2F630955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separator는 hook처럼 override 가능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D08D61-A225-4FB8-BB16-E2EFA2B6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C3978A-0643-4BB7-B573-FA21F10F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2EF182-62E2-4761-85C1-93B27902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51 / 70</a:t>
            </a:r>
          </a:p>
        </p:txBody>
      </p:sp>
    </p:spTree>
    <p:extLst>
      <p:ext uri="{BB962C8B-B14F-4D97-AF65-F5344CB8AC3E}">
        <p14:creationId xmlns:p14="http://schemas.microsoft.com/office/powerpoint/2010/main" val="689824583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0D5C34-9AE8-458A-A88B-1AB99CD0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C1257-7AAF-4743-ACDC-7F9F47C0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DP#7 TEMPLATE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9CAF1-8A36-4B37-B0A6-D7E05BF8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B6436-5F9B-4355-B6A7-D9D77489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Demo + Ctrl+F 포인트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FD73D-A739-4C32-9408-EAFA3AC5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앱 화면, 터미널 로그, 코드 위치를 한 번에 연결한다.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BAD69-807D-4D41-B6B1-FB8AAA6C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345E0-CFD3-4A6B-B4D5-B9D9D835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EA927-552B-40BB-B934-A42EA789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앱에서 볼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C010F-6B0D-4BA2-8CEF-523B207C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Confirmation ticket format toggle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4523D-2C59-406E-8EEE-D210A2B5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64563-9EE0-4CD2-A18A-43082767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3E1D0-BC98-4486-BABD-A81278C2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rPr>
              <a:t>터미널/로그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9E1EFF-4FE7-4F4A-8CC5-6064F66F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plain/html/boarding pass 문자열 변화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C9228-F8E2-438D-BC40-A88465D0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CC66F-2F9D-42FB-802E-27414486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37226-84DE-423F-869E-BCAED02B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코드에서 찾을 위치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C60B2-9505-403B-A124-CC03805A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TicketRenderer / render / BoardingPassRenderer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888A8-F87A-43EA-A6E1-5D2822D5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81625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Template Method는 바뀌지 않는 출력 순서를 상위 클래스에 고정합니다.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B55EE7-849D-42AD-9B61-BC9D206D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BDD50D-7925-4B7E-B937-D418847C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6A2045-02E7-4966-A3F8-24D908B4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52 / 70</a:t>
            </a:r>
          </a:p>
        </p:txBody>
      </p:sp>
    </p:spTree>
    <p:extLst>
      <p:ext uri="{BB962C8B-B14F-4D97-AF65-F5344CB8AC3E}">
        <p14:creationId xmlns:p14="http://schemas.microsoft.com/office/powerpoint/2010/main" val="1734050115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F25C5E-BCE9-4CEB-A89E-69F5DF92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BAFA0-007D-456F-80EF-A100B034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DP#8 ADAPTER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A0AA0-DD4B-4CD8-B0B3-74979B86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549C3-10A3-4988-9B45-2399ED24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Adapter: 왜 필요한가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C5C1A-E9D8-4E60-B80E-40864F6D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Structural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08F58-5B8C-42A5-89CF-381E1853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86FAF-0610-4111-90A1-1420387D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1B108-6EB9-4B13-AFA8-A89C2AF7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907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외부 Skypass API가 Map 기반 응답을 주면 payment screen이 외부 shape에 직접 묶인다.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94CB6-A381-431D-A81A-E419ECC2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EECF0-726D-4567-A1ED-CA54C718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67923-C361-4438-B2F6-F3AB6BAE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Target = SkypassInterface / Adapter = SkypassAdapter / Adaptee = RemoteSkypassApi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678E0-C1C5-46AF-9A4C-DB97E5D0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92EC8-11B6-49EF-ABBA-C76858A0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D09FD-17C7-40C9-8B4C-AAA88154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이 장부터 교과서 구조와 실제 Java 코드를 1:1로 연결한다.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FB725-2C4C-4BED-B752-765BFBDD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90506-630F-4CF3-B0E8-1F127671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282050-A557-461B-B350-D34AFD23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53 / 70</a:t>
            </a:r>
          </a:p>
        </p:txBody>
      </p:sp>
    </p:spTree>
    <p:extLst>
      <p:ext uri="{BB962C8B-B14F-4D97-AF65-F5344CB8AC3E}">
        <p14:creationId xmlns:p14="http://schemas.microsoft.com/office/powerpoint/2010/main" val="758300358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257E27-BA02-433A-B197-9E151EDB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07199-AE54-47E8-B7A0-01918380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DP#8 ADAPTER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CF1EE-84C2-4040-B10B-5389E5C8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6B3A0-859E-4749-99E0-AC34E640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Reference vs Team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388AB-1BCB-46FC-8E8E-CB20B31B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Target = SkypassInterface / Adapter = SkypassAdapter / Adaptee = RemoteSkypassApi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75C6C-E6F8-455E-B59E-CF1E9376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509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42811-F032-4D9A-A28F-061D3D77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4AEAF-2C81-4D3F-A147-B6BDBADB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4676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교과서 GoF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FD3DA-CF5A-4D92-BE00-0CFE6A11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6767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교과서 역할 이름을 먼저 읽고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2FBC5-41B1-449D-81A7-9ABB02CA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509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9FEF9-78E1-4DA2-A4CA-D8D38D78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895C7-3E21-4D86-92C5-3F835D77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4676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우리 팀 구현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6A923-C2E6-42EC-AD8A-B8C31333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6767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오른쪽에서 우리 클래스명으로 치환한다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850D8-B359-40DD-A395-ADF77D4D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53236-2FFC-47FE-9BFE-C5183703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Client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7A5AD-E998-4CC8-8437-E45B23D5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326B8E-0B55-4346-A62F-940B4821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1428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85B51-4BE3-4C35-A9B3-490F8C72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861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FABED5-077C-4685-810E-7EE34BA3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480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D4698B-C405-433B-A780-AFA756BD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62375"/>
            <a:ext cx="19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A96AE-2798-45AF-82F7-3B3C1EB2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3434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FA07E-EB09-48C3-AA9C-0C0CC26D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4386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Adapter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8D54F5-5814-4176-858C-77232C68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741E70-BCCF-4842-9B18-FE03B429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386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Adaptee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1E9295-DB1E-4E34-A4C6-DA54C14A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1666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67E663-E33E-4023-89D1-17ECAB38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1476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Payment UI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DBB495-53A0-49FF-AF97-22B28616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385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81AD0C-B575-44DF-9F9F-3193E7FA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33750"/>
            <a:ext cx="1619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SkypassInterface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82A71B-675F-472E-AE3F-F5001A7B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861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B0C71D-D34F-48E0-8993-997C0076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4480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D45069-7270-41FB-B731-C64BFA41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62375"/>
            <a:ext cx="19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64F76F-3513-4371-A99D-E37F177F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4340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57DC76-9AE7-45E8-8734-E7D6C530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38650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SkypassAdapter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D8E707-B31E-4202-BEF6-F49F6F39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4340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315F03-DB65-4FEE-ABB6-3E2C6005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38650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RemoteSkypassApi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A2E890-B858-426B-953A-7A1CECAF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Target = SkypassInterface / Adapter = SkypassAdapter / Adaptee = RemoteSkypassApi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1CC98E-8CE5-4EEE-8B43-634964C1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C89B88-9430-4EDA-8172-61CD92D6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5ED7B0-56D1-45A9-9F81-6BCCD8E5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54 / 70</a:t>
            </a:r>
          </a:p>
        </p:txBody>
      </p:sp>
    </p:spTree>
    <p:extLst>
      <p:ext uri="{BB962C8B-B14F-4D97-AF65-F5344CB8AC3E}">
        <p14:creationId xmlns:p14="http://schemas.microsoft.com/office/powerpoint/2010/main" val="1990350712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E5B311-8FA1-461B-9C94-013AA974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38FC6-D101-4FE6-B18E-97285D12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DP#8 ADAPTER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A18BE-D77A-4213-AD9D-0E05F44A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ED29B-4699-46C6-BAED-6FC49A9E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Code Skeleton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4C2E2-13B6-4CAA-BFC0-4F0D1DF5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한 장에 핵심 코드 하나만 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A9E8A-D21F-4AF6-956F-46839F90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6191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B607F-9283-4D8F-8BC7-91902FF3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58483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interface SkypassInterface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int getMileageBalance(String memberNo);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Object verifyAndDeduct(String memberNo, int amount);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class SkypassAdapter implements SkypassInterface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private final RemoteSkypassApi remote;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public int getMileageBalance(String memberNo)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Map&lt;String, Object&gt; res = remote.getMileage(memberNo);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return ((Number) res.get("balance")).intValue();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public Object verifyAndDeduct(String memberNo, int amount)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Map&lt;String, Object&gt; res = remote.deduct(memberNo, amount);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    return convertToDomainResult(res);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}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AFA1D-C3A7-4891-929C-572D7B22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핵심 읽는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6B5A1-9165-4990-A21C-5A0353C9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0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DE8E6-6AAC-4BB1-B998-AD7E183B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A252B-911D-45E2-9706-6E14A914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client는 Target interface만 사용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4CA7C-20DF-4D48-9B9F-A57569BA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67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0A70B-0B70-416D-B4F0-3A922D2E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ADFA0-E139-4782-92B4-AE8F538B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Adapter가 external Map을 내부 타입으로 변환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88118E-6300-47B2-8969-3BAF06F2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8C4C2-8507-47EC-A5D3-88ACC4B5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2D108-5F11-4929-B9A5-2E75FDA8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0525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외부 API 변경 영향이 adapter로 국한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C4984B-C054-4C5B-B40E-E5431A01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00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17A76C-6424-4E98-884B-0A4AC0CF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E69555-5148-4118-95A7-1F0F639F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마일리지 결제 화면에서 바로 보임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6DE424-EDFA-4081-9D32-AB960E5C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390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24BB9D-D9D7-4084-872F-9138F19F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0D8C33-FBDA-43BD-99D9-C76C35F7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530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Ctrl+F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7F750F-AA85-4879-A322-6CE03C23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38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SkypassInterface / SkypassAdapter / RemoteSkypassApi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7E39AA-4D07-4E2B-BBD7-C6E21FB6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E6EC50-5A2B-42B9-8AF3-5921C53B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E13EEB-3E93-47EB-B4A4-2B69E71C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55 / 70</a:t>
            </a:r>
          </a:p>
        </p:txBody>
      </p:sp>
    </p:spTree>
    <p:extLst>
      <p:ext uri="{BB962C8B-B14F-4D97-AF65-F5344CB8AC3E}">
        <p14:creationId xmlns:p14="http://schemas.microsoft.com/office/powerpoint/2010/main" val="1382736403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ABFC75-16E3-4C77-BA1B-11942D02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ACF80-EC7C-495E-8240-52BF2FE0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DP#8 ADAPTER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FEEE9-2625-4365-9B1F-0C1EF043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E794B-1081-4437-9119-045D589E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Runtime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5B76B-FD11-443E-A505-F153B805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시연 버튼이 어떤 객체 호출로 이어지는지 설명한다.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AD120-7824-4A50-906D-E5FFBC29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A6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0FCC3-2662-429E-8FFF-AB5FDA49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Payment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236F0-8321-4AD6-9A6D-2EB0CDE5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A55D1-E7D9-4669-A75A-943FDB70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DE180-B3C4-4605-A24E-872B47EA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4E90D-E5DE-48C9-AE56-EECFD62A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SkypassInterface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68576-A50E-42BF-BC39-3AAAB422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57C08-353E-4B6F-881E-46D47607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B99A0-1682-4E46-B75B-E3082CFC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C9D49-AA53-4E9E-A8AC-A8E90705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2E335-97EC-4E54-A1D2-C25A037B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F5EA1-F044-48B6-BFC0-678581BC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BFEAEE-781E-4F5B-9427-A2856156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B903C2-8ABD-40F4-AF1D-DF0FC84C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Remote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72AFEE-9A56-4C65-9F89-40CD20C4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DEB533-01A6-4F62-BA5D-E8262F94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0E5FDF-37F9-41A0-90EE-26BED21A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665165-CE60-4121-920D-A1E2021D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balance/result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CA72E9-D00F-4F58-B68E-4FDDC2FE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05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CB3B1C-4115-4594-8DDB-751CBE89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EA3944-52C7-49DE-BF1F-3DAD5281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767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client는 Target interface만 사용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A82D68-D7D9-40D2-BC16-74A22B13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C1F3A0-7597-4E4E-9CA0-B4960042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4D35AF-74A0-4DEA-869D-755D36BA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339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Adapter가 external Map을 내부 타입으로 변환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4CCEED-7CFA-452C-A7A3-CF7EE4D6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9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0040B9-1F6A-4260-95B3-15998A3D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107AAF-7904-423F-8C72-3FFE871B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외부 API 변경 영향이 adapter로 국한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66A95A-9BAC-4FD9-B56C-4A297458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8F9F4D-31C1-4E7E-A3CD-B6C8A65D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35720E-03B6-4E76-9220-C7A15AFE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56 / 70</a:t>
            </a:r>
          </a:p>
        </p:txBody>
      </p:sp>
    </p:spTree>
    <p:extLst>
      <p:ext uri="{BB962C8B-B14F-4D97-AF65-F5344CB8AC3E}">
        <p14:creationId xmlns:p14="http://schemas.microsoft.com/office/powerpoint/2010/main" val="58037839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AE28C7-201D-47F7-84DC-EC60145F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151B7-44D0-4B8B-8D7E-6F540762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DP#8 ADAPTER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07EF1-80E3-4F7E-B61B-41C3B482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C077F-24DF-45EC-9821-C5C5D71F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Demo + Ctrl+F 포인트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0BA45-BFF6-41C7-8E8C-F98ED031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앱 화면, 터미널 로그, 코드 위치를 한 번에 연결한다.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A4EA9-3846-4D6F-9B00-ADE23F84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4E056-8B6F-49FA-88BE-AECB124C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E0986-D117-4B89-818C-1ADED067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앱에서 볼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A6E16-0AA7-4057-A377-8E512634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Mileage balance / mileage payment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E0813-E0B9-480C-BAA2-B099A820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C3C52-CCAE-44BE-BD86-2ED0861A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2970E-F48D-4EFF-BE8A-EC9E66F2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rPr>
              <a:t>터미널/로그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ADA4D-6364-46F4-B43C-5206F3BA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마일리지 잔액, 차감 결과 로그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00BE8-1F65-417A-925F-2CC9135F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165DC-FCD8-4297-ABCF-B644FEE6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86A13-1722-4215-A195-7A3D057B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코드에서 찾을 위치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E8A5CD-8589-4D03-9720-7C5BEA36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SkypassInterface / SkypassAdapter / RemoteSkypassApi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E50553-91CB-45DB-9D27-682CC25C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81625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Adapter는 외부 API 모양을 내부 도메인 언어로 바꿉니다.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6182A-D8B4-4103-B85A-5D374DF5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DF0D7C-5D29-41CC-9C45-79A9AE89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7DC77-9456-4D55-BA99-16C6A889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57 / 70</a:t>
            </a:r>
          </a:p>
        </p:txBody>
      </p:sp>
    </p:spTree>
    <p:extLst>
      <p:ext uri="{BB962C8B-B14F-4D97-AF65-F5344CB8AC3E}">
        <p14:creationId xmlns:p14="http://schemas.microsoft.com/office/powerpoint/2010/main" val="905588169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DF818C-C195-4D9D-900E-CC3B1D77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3D85F-FF84-4DF6-8654-69283A05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DP#9 DECORATOR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DC0F9-202E-4E6B-9B99-9A5EFD8E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E6A45-B769-4383-A797-BD9DCA70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Decorator: 왜 필요한가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AC0A1-021D-41A7-BA70-3AED202B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Structural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93440-31F5-451A-A2A4-C8D6D60E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41892-18E5-4491-9F22-195F1C2C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4FAAE-D24C-451C-8AF9-B61C74B1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907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window/aisle/legroom/lounge 조합마다 class를 만들면 조합 폭발이 일어난다.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E09CD-0A89-44FF-930D-B36B5116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F19FC-1BBF-41E9-A028-60016092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30916-403A-4983-81A0-0B7BFC90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Component = SeatView / ConcreteComponent = SeatViewAdapter / Decorator = AbstractSeatDecorator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9D69C-5ACA-4B83-8648-4BBCECC6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FEA72A-C970-49B1-9F30-C8572EEC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5CFED-EB93-41FD-82A2-35464B3A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954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이 장부터 교과서 구조와 실제 Java 코드를 1:1로 연결한다.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24FD5-90D8-4DCD-9D7C-4A7BDCDB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1E41F-84FD-40C7-9E82-DF36F63F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0C898-4770-40A3-A1CE-35C38D0A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58 / 70</a:t>
            </a:r>
          </a:p>
        </p:txBody>
      </p:sp>
    </p:spTree>
    <p:extLst>
      <p:ext uri="{BB962C8B-B14F-4D97-AF65-F5344CB8AC3E}">
        <p14:creationId xmlns:p14="http://schemas.microsoft.com/office/powerpoint/2010/main" val="673363517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738A1B-CAC6-40B5-B724-DD55639E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EDFA0-E2E8-4823-B29F-48657FBA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DP#9 DECORATOR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A1B6F-0EB8-4EEF-9AD4-BDFE5001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A1130-A28B-44BD-B3E3-0DE5CBF1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Reference vs Team 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C9E2D-5967-4153-83EC-D43D1639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Component = SeatView / ConcreteComponent = SeatViewAdapter / Decorator = AbstractSeatDecorator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D8DA0-88A2-4478-A971-0435C40E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509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0558D-C221-4FDE-9674-83B6DFBE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A1990-5144-4DCE-8F1F-EFFDF8D5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4676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교과서 GoF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2025C-FD58-49AD-9E56-BCDCDDF5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6767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교과서 역할 이름을 먼저 읽고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5B1DE-3C77-43CB-BF50-C93B208B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509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22397-5BE0-4D3F-B6AD-D82F39F7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30374-D04A-4FCD-8B0B-C3D291FA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4676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우리 팀 구현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8583E-6BE4-435E-A692-45C3FF6E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6767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오른쪽에서 우리 클래스명으로 치환한다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52FBE-7F4D-491E-8736-EA2FE575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20332-2273-4F12-B052-12240716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Component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9A955-634C-4EF7-9E92-AA86173E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85184-97B7-44D9-9402-11328E65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1428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Decorator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94E6FE-ACEB-492C-A816-F986F9A6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861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02CFB-DDF4-4D86-BBB7-8139A533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480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ECED7A-FDAE-4EC9-BB75-6786FE01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62375"/>
            <a:ext cx="19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57DB5E-CED3-4F91-9666-338A24EE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3434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BE6EC7-705A-460D-B953-5106D077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4386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ConcreteComponent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586BB1-8E39-455E-AD86-7F4D25C1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434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8E25DD-5212-4CEC-8853-E759020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386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85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ConcreteDecorator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294A36-3334-4594-97EB-429F235A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1666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EECDC-DB93-4FBF-9FCF-A1305C52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1476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SeatView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F53F11-F5AC-40A2-A316-803158DA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385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16DC7D-FE6C-49BB-BA69-E410692E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33750"/>
            <a:ext cx="1619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AbstractSeatDecorator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DBA98B-21E9-47D7-BB17-EF41670D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861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A4A05C-87E6-48CE-B807-705BFD27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4480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EA3D28-95B6-497F-A1D4-FCD1A9A1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62375"/>
            <a:ext cx="19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4F68A1-1133-4B1D-AEA2-50E63E9D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AABF4A-3813-4EA4-B6C1-E2873A56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SeatViewAdapter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3B51CA-BB28-4FC6-B8D0-2A75EDEC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788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BEE22D-B118-454C-96D8-E50B326F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38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Window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05CA92-BC97-4802-8FC6-FF57BCE9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92E9A9-248D-4A39-BF55-FA5113CD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ExtraLegroom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92AD60-D133-4704-A7DC-E9223424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063" y="4343400"/>
            <a:ext cx="115728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FC6BBC-383A-48D9-A3C5-A661719D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1313" y="4438650"/>
            <a:ext cx="9667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1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Lounge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A20CD7-BB37-4A4A-8E26-2C7287C0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Component = SeatView / ConcreteComponent = SeatViewAdapter / Decorator = AbstractSeatDecorator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DB4461-8C88-45F3-BF12-6E575192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BCA896-9538-4CEA-8F51-E7954242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C1DF11-E056-4492-AC15-EE7B9579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59 / 70</a:t>
            </a:r>
          </a:p>
        </p:txBody>
      </p:sp>
    </p:spTree>
    <p:extLst>
      <p:ext uri="{BB962C8B-B14F-4D97-AF65-F5344CB8AC3E}">
        <p14:creationId xmlns:p14="http://schemas.microsoft.com/office/powerpoint/2010/main" val="1484841097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27F9C6-3F33-460F-8C72-07BC08C5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BCED4-FE16-4C39-AF53-E98EA60B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DP#9 DECORATOR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4C6C2-AD4E-4389-BEFE-80AA6C80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D8B57-EE2E-415C-B8B1-5010CB91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Code Skeleton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18DB3-6978-4CF1-A157-2FD79E27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한 장에 핵심 코드 하나만 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5FCFC-8A18-438B-9525-FDB3910A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6191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E5372-E097-4A49-AE90-ED70FBCF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58483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SeatView view = new SeatViewAdapter(seat);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if (isWindow(seat))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view = new WindowSeatDecorator(view);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 else if (isAisle(seat))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view = new AisleSeatDecorator(view);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if (legroomCheck.isSelected())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view = new ExtraLegroomDecorator(view);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if (loungeCheck.isSelected()) {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  view = new LoungeAccessDecorator(view);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ctx.setSeatSurcharge(view.getSurcharge().longValue());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seatSummary.setText(view.getDescription());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8F912-02F0-4F10-BCF8-9C8D8052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핵심 읽는 순서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0CF0E-DE1B-40E5-8B31-16E8F56D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0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0FEFD-5CC5-4886-92BE-C8C44DB8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68E8D4-E290-4D79-A5CE-5832BBC2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base SeatView를 wrapper가 감싼다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88771-7130-4F16-A0E6-C800FF16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67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98B6A-771A-4889-ACF7-3E44943C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89F13-05F7-4A9D-98C1-50BBC63E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description과 surcharge가 누적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9E32E-D959-4B0B-BBE4-F32A66DA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EA7BD-B8E5-43DD-978E-6B9650FB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8A3D0-8006-4A13-9E7A-E22BB079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0525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런타임 조합이 가능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55BBF-27E6-46D8-A010-7A2D4FE6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00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318F3-2224-471A-B145-5600928C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EF352A-2B16-4DDE-8114-02CFD985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72000"/>
            <a:ext cx="3543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결제 금액으로 add-on이 이어짐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3B901F-A4AC-4CC2-8B63-86593946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390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B891EF-4D11-485C-AC57-287FCEDA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A5D5FD-7014-45ED-896B-CE380EB6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530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Ctrl+F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25610C-01D8-436F-9270-4E2FCE49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38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SeatView / AbstractSeatDecorator / ExtraLegroomDecorator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A93668-253E-4CB3-8B8D-2A271B7E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59646C-3DCA-4713-901A-48A4B199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8BAD54-405B-4252-85DC-3322F936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60 / 70</a:t>
            </a:r>
          </a:p>
        </p:txBody>
      </p:sp>
    </p:spTree>
    <p:extLst>
      <p:ext uri="{BB962C8B-B14F-4D97-AF65-F5344CB8AC3E}">
        <p14:creationId xmlns:p14="http://schemas.microsoft.com/office/powerpoint/2010/main" val="726945207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9E619E-D5B8-4620-9276-088BF240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CF98E-19C6-4F00-8B00-76EFC9A1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DP#9 DECORATOR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8136A-6634-4E85-81D1-695BDA6C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C158C-1A0A-4925-9455-3965B147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Runtime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595C4-C57C-4E16-9D91-C577050F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시연 버튼이 어떤 객체 호출로 이어지는지 설명한다.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C5C62-3F9D-409A-8D07-1B5FD5F6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A6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00A99-86F0-4144-B944-0CBB43D0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Seat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B9D7F-88D4-4C9F-B02C-92CBFD27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35C26-3976-4733-BAE7-3F982F8C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1E1C8-83DF-49EF-AA9E-B14D2F0A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D0311-1634-4063-8F52-9EDF561A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Base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3EE020-7526-4F7E-B174-01BA0C7A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231D6-4F40-4C8B-9040-7E358A59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B14D7-D4E3-4252-BDC1-1F2435EA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506A2-8D79-4C48-93D8-408F5552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Position decorator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27E0F-F66C-4850-995C-A0C4E432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A12ADC-1CBD-4FEA-BB88-D2AAB4B4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0029F-01D8-463A-80DF-EC1D898E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64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0C51A-89B9-4D34-A7A8-39282B9A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Add-on decorator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5DD2EE-344D-4902-8ED1-C767EBD4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9565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6FC191-F276-4F21-9C84-4D8DE4E8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575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EDAB00-1ED5-49F2-9A05-FCA7952E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527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2D2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B4F016-6881-47E3-B59E-40B08980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480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total surcharge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D34011-91D3-47C2-9EA4-DADEFA5C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05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25E55A-8EAD-4241-968E-29259E97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BB67BF-92B1-4F22-9298-215D7F4B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767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base SeatView를 wrapper가 감싼다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1575EC-26DB-4400-B42F-D7E3397E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900045-0FB1-4E5C-B9F4-251F9C71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241770-B98B-4847-B64B-87E12DC3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339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description과 surcharge가 누적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1781C5-14C0-41E4-A7F6-E53FF536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9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3291B6-E760-4717-B5B0-F51A1A26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811F16-0DC6-4C29-8E4A-529F401E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8782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런타임 조합이 가능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F7D7F9-305D-4743-BE71-B4E7739C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798D85-2DE3-4F77-BFE0-FF0E38A0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398620-69ED-4B48-97B8-572841D4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61 / 70</a:t>
            </a:r>
          </a:p>
        </p:txBody>
      </p:sp>
    </p:spTree>
    <p:extLst>
      <p:ext uri="{BB962C8B-B14F-4D97-AF65-F5344CB8AC3E}">
        <p14:creationId xmlns:p14="http://schemas.microsoft.com/office/powerpoint/2010/main" val="294149316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FC5088-939C-49E1-83BB-56A6631E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0470A-2B8F-431C-91C9-3294192C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DP#9 DECORATOR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6895A-78D1-47D8-8454-0EAB4617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96945-B082-4F20-8065-9642275F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Demo + Ctrl+F 포인트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B0955-BDFE-479A-964D-74DA209E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앱 화면, 터미널 로그, 코드 위치를 한 번에 연결한다.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175F0-4C6D-4EBF-9C45-9C3D31D2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0A5B4-B939-45EE-8C79-63FAE8C3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B7F68-76A2-4E7D-A43F-950B6960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앱에서 볼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AC295-AB79-4083-83F7-C6B24746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Seat selection screen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D5633-98AD-4D4A-AFDF-2BA69517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872D3-241F-47D0-A971-008B080B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BA8CC-46B6-45AE-AE1C-9F666B61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A676"/>
                </a:solidFill>
                <a:latin typeface="Apple SD Gothic Neo"/>
                <a:ea typeface="Apple SD Gothic Neo"/>
                <a:cs typeface="Apple SD Gothic Neo"/>
              </a:rPr>
              <a:t>터미널/로그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2877F-7F6D-475A-A1DB-81E5D643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총액 변화와 선택 옵션 label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3E0B1-B6D1-426A-B1E1-04FB943A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5BB467-39DD-4507-B15A-64083B09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8F644-161B-46BE-B665-65A73B61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코드에서 찾을 위치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C7D092-8ED4-4959-8D29-AC0E390B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52700"/>
            <a:ext cx="2724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SeatView / AbstractSeatDecorator / SeatViewBuilder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498C6F-117B-4183-9C86-9FB6AE8D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81625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Decorator는 좌석 옵션을 상속이 아니라 조합으로 해결합니다.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1D66CF-6D7B-4A97-8AE4-158AD138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78F71D-7CB1-4607-BCEC-0EB05B09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466D42-B65A-46CC-8728-DD31A6A9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62 / 70</a:t>
            </a:r>
          </a:p>
        </p:txBody>
      </p:sp>
    </p:spTree>
    <p:extLst>
      <p:ext uri="{BB962C8B-B14F-4D97-AF65-F5344CB8AC3E}">
        <p14:creationId xmlns:p14="http://schemas.microsoft.com/office/powerpoint/2010/main" val="1929579154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8EFE2A-D583-4A63-BF33-4C6E522E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9FD3B-5E77-49BB-B979-06631768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E2CB1-BAAA-42D7-89E8-8D5AFD2A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2B9E3-C376-48A9-B5BC-E45DF8FE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Pattern x Iteration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004DC-7E6E-4A62-B0D0-B16F0152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도입된 패턴은 이후 iteration에서도 계속 active로 유지된다.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11CE8-2B92-4571-B85A-9132D467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FFF89-69EC-45DC-95E6-64D0C600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Pattern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9B796-AF17-4D75-B276-E3C3C03B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0980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Category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775C0-ADB0-425E-81F9-E54030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Introduced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A5FD0-C13E-422B-B12F-395CE47B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0980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iter4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F567F-ED4B-452A-8BD3-0C32F76F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6D34E-69C0-4033-A71E-B938521C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8D8B4-675A-4294-9C39-30DDD382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38425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Behavioral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D183E-7FBB-4F40-AE78-F4107289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38425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iter1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C3422-23C7-404A-8977-4753836D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38425"/>
            <a:ext cx="3257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active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8D522-3646-40DD-85A8-88BD944D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3AD598-3E3C-40F4-97B3-69E53FBC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Strategy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77957-BA9B-4A71-BA83-F2E5105B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95625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Behavioral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968A1-D56C-4BB7-AAB2-88CD7B75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95625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iter2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1A9D09-A994-4C79-B21D-7F50CFC4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95625"/>
            <a:ext cx="3257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active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3068B5-E4D5-4813-843F-C8A4CE38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35CAF8-F3F7-448A-8C0C-777CD128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Observer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9F1818-012B-435A-A637-7CBFCEFE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52825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Behavioral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EAC907-77CD-4DBB-8C59-BE8FBDAC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52825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iter3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E26C20-45E4-4EEC-86EE-5A7AA61D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52825"/>
            <a:ext cx="3257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active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EBACDF-CC4F-41E3-809B-03FD7E33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648959-5B2A-49E5-83CB-F51F9548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Composite / Singleton / Factory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15A49B-5C50-4EF2-8914-87961B9C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10025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Structural / Creational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690166-8F5E-47EB-A821-99BB1ADF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10025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iter4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09EFA8-9766-43CB-98A7-88741C39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10025"/>
            <a:ext cx="3257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* NEW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DAB3A7-62FF-4F96-863A-AE6F7F8B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9C2C8A-C13D-4C6F-B402-5B0884B1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Template / Adapter / Decorator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8E59EB-FAB6-459D-8F2D-BD1343C7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67225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Behavioral / Structural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3FD042-4079-40C2-BB64-E0016FF1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467225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iter4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0F602F-DF8A-4734-BAC4-302B50A7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67225"/>
            <a:ext cx="3257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* NEW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5518B4-0E91-4FF5-8531-F1F1AC30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071FE6-EE1B-440F-A325-58363CBD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4E10E8-741B-4462-B2E0-2F2551E4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63 / 70</a:t>
            </a:r>
          </a:p>
        </p:txBody>
      </p:sp>
    </p:spTree>
    <p:extLst>
      <p:ext uri="{BB962C8B-B14F-4D97-AF65-F5344CB8AC3E}">
        <p14:creationId xmlns:p14="http://schemas.microsoft.com/office/powerpoint/2010/main" val="1273703250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B6769A-91C8-4BE1-95E6-13C4D956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51CE9-6228-4137-97BE-5475C798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PLAN VS DELIVERED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4B741-829A-437C-B907-4E454724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52F1D-51CA-41AF-A692-8CFFD405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원래 5개 계획에서 9개 패턴으로 확장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15DEA-9288-41C8-B6D9-BEE8B5B7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추가된 패턴도 앱에서 시연 가능하다.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A0796-6C8A-4229-A8E3-DBF3E2D6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A3069-678E-46BD-A851-401D8FE1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분류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91C41-44FB-4F82-BA3D-A8B23DF9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09800"/>
            <a:ext cx="287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계획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FB77B-A94F-4BB4-B96D-A00FDC58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40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최종 구현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5A4D3-3C02-4C3E-A725-48F8CD66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178BE-59AD-4000-9954-03EB51D1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Core 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034F9-CDF6-4BD7-B06C-63ADCBAF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38425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State, Strategy, Observer, Singleton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70AEAC-CA24-4714-8280-45D55B8A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38425"/>
            <a:ext cx="4400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모두 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F2A6D-26AD-476B-A933-335F44AB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32526-BDAE-4BEA-9C13-46B08D73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Optional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63BA0-7639-4BD9-9B16-45506E8F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95625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Factory Method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14F3B-FF3B-4DD9-88D5-384F8377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95625"/>
            <a:ext cx="4400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Payment + Itinerary에 구현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C5A82E-5763-48B4-B7C3-83B7805C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94A50B-8D8C-4013-BF8F-2D9EA68A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Beyond 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4DFE43-C280-491A-92FA-D86C7E74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52825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-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8EC91B-6E13-4BEF-ABD0-28C8899F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52825"/>
            <a:ext cx="4400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Composite, Template Method, Adapter, Decorator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397D3C-7D6F-4DB1-B807-4AD12ECB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8BE744-8171-46ED-8BD3-F86CA007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Total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27AE0-C01E-4DF1-B8BD-BD8700D2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10025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5 planned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C8BA44-5734-4F66-9DBB-3A4D4305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10025"/>
            <a:ext cx="4400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9 delivered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194681-A247-4A1E-8060-3B3D8558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450234-76B7-4B46-BEEE-AD37C4F6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9B1BEE-266A-4C24-8879-5A59536D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64 / 70</a:t>
            </a:r>
          </a:p>
        </p:txBody>
      </p:sp>
    </p:spTree>
    <p:extLst>
      <p:ext uri="{BB962C8B-B14F-4D97-AF65-F5344CB8AC3E}">
        <p14:creationId xmlns:p14="http://schemas.microsoft.com/office/powerpoint/2010/main" val="1178942460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BEC7B8-87B8-4B44-B1C4-A7C3960F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3D12E-8693-4ECC-A29E-C22FA29D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RED CHANGE MARKERS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96602-35A5-4BFF-B588-BD9502DB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F6390-A4D3-480E-A0F2-54CD3582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빨간색으로 짚을 Iteration 4 변경사항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90B8A-3071-4378-B2D9-A895CC74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보고서/발표에서 새로 추가된 부분을 시각적으로 구분한다.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8FFDD-BC33-46BF-B248-28EAE84B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712AD-2D60-4B72-A454-CA6305F7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0496E-6B27-4718-8601-A9112382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New DP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3CBFE-804B-4513-815D-C4663268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Composite, Singleton, Factory Method, Template Method, Adapter, Decorator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8D0669-08D3-4F3B-83D2-90BAC15A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10675-A898-47D0-AD84-DDFC1440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F165C-17D0-47D6-9568-266F460E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479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New 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E2650-008A-4293-B4ED-22640188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JavaFX app.fx, FXML, CSS, Pattern Guide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F5514-613A-4E3C-89B5-AB2F3BB8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1C1C4-F0F4-4618-AE19-0395E97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EB05F9-262C-418B-8B61-51450B91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New 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09636-A579-4D88-A5B9-8AC37BA8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city-code, payment method, mileage, seat add-on, ticket format, settings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BDFEF4-B1D6-478C-A947-C028AAE4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AEE6E-578F-4ED3-A90A-F2EFCA5E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A7CE41-D0FF-4433-8BAF-EBA55244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385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QA fixes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814DDB-F48D-45D0-973E-3C7B7207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6240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double refund, fare scaling, navigation/session, connecting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D4B924-2881-4EEF-93D7-F5ECA2D8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2F5541-C290-4D2D-8AAD-89B15C4D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1150FF-5EFD-4351-ADD6-25FDBED1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65 / 70</a:t>
            </a:r>
          </a:p>
        </p:txBody>
      </p:sp>
    </p:spTree>
    <p:extLst>
      <p:ext uri="{BB962C8B-B14F-4D97-AF65-F5344CB8AC3E}">
        <p14:creationId xmlns:p14="http://schemas.microsoft.com/office/powerpoint/2010/main" val="635199824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8B701D-CE35-46B2-BF77-0858D2CA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EA7EC-C83A-4993-9085-51A2BDB6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QUALITY ASSURANCE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FD46E-05CB-44EF-9F8B-8145220C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457E2-D60B-4F15-B253-BDB190CA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QA: 발견한 문제와 수정 방향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4E462-8C77-4F2B-BD5A-FA137DC5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교수님이 물어볼 수 있는 안정성 질문 대응.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8A92D-DAC5-468F-8003-D777931B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76AC7-198C-4321-9DF4-94381333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D9771-6109-43EF-A22C-FACD7BE8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09800"/>
            <a:ext cx="2971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E86D1-7F33-4192-A455-9F26EB00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09800"/>
            <a:ext cx="392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Fix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2A4B0-66BA-4793-916A-667FB43D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0CAA5-1085-4275-B2EF-A1B1132E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Double refund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83048-00D9-4A8E-AECB-1AD1D32B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38425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자동 환불과 review가 중복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AFF41-BBA8-4880-B690-6B1AD0E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38425"/>
            <a:ext cx="3924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immediate cancel과 review path 분리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3CB75-E22C-44EE-88E3-49B7B62F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0F2D5-96D6-4855-A7B8-0B51374E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Fare hardcoding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CC0B6-5215-4E0C-A708-9D4A6570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95625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다구간 금액 부정확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557E3-7CEE-4C7D-B85D-1AE77766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95625"/>
            <a:ext cx="3924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segment count 기반 scaling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81F36B-D39B-4EDE-A1F6-4E4734F6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DE9B2-A7E9-489C-9739-D7038520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Back navigation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FF76C-6FFF-4DA8-923F-3BE152AD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52825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세션/상태 유실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981DE-7C75-497D-A52D-3F57B66A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52825"/>
            <a:ext cx="3924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AppContext/Navigator 경로 보강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24EDD4-BE44-48C2-A50A-5D87E4CA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1932BB-0C4C-4902-B4E2-AFC614D5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Connecting booking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A7742E-E1C1-4448-B69A-A5A2BCD9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10025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multi-city로 오인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8B6CCC-D506-40C9-A3CF-241732C6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10025"/>
            <a:ext cx="3924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ConnectingItineraryFactory path 추가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1DC403-0F33-42A1-B8F8-4256F3F5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C7772E-17D9-44F4-8AAB-B48CF046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Pattern mismatch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889893-6CE1-4EDB-AC25-0534F62E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7225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발표와 코드 불일치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26E96E-77DA-4A6E-A0E0-A95D0A13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67225"/>
            <a:ext cx="3924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23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Pattern Guide와 deck 표현 정정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AAA5C1-1871-406D-9E73-356E20C6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BB57CE-900D-47FE-A884-FA4BB52F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82394B-83C0-4795-A09D-20CF0BB3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66 / 70</a:t>
            </a:r>
          </a:p>
        </p:txBody>
      </p:sp>
    </p:spTree>
    <p:extLst>
      <p:ext uri="{BB962C8B-B14F-4D97-AF65-F5344CB8AC3E}">
        <p14:creationId xmlns:p14="http://schemas.microsoft.com/office/powerpoint/2010/main" val="2092076093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9CB263-9E61-43CE-9872-5D7EAF60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13FAB-AC7F-454C-933F-BA4C78FF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KNOWN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0811B-7625-4489-8764-97F428E0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F465F-49DE-4F4A-8A9B-C5C18406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의도적 한계는 숨기지 않는다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00B27-BAAA-4ADE-B07B-1807EF38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범위를 명확히 말하면 오히려 설계가 탄탄해 보인다.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137D9-29D6-481D-BF05-5CF57FCA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36334-8EA3-4C29-976D-DCA461BF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9BA32-AD64-4EF3-A220-79DCBEEF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Admin auth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E1256-759F-4BB7-B9AB-35F37C66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manual refund review는 있으나 admin 인증은 stub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291B7-D992-439D-A1AB-6E8F3F8A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FBB5D-962A-4307-8EC6-86B6D99D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FD588-BF3D-41AC-AB65-9ED167DD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479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Single passenger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D1EA0-69AD-4E0E-AE72-C7F7423B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현재 flow는 성인 1명/economy 중심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A71E62-0E58-4097-A4A6-3CD9D584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BFC0E-89FD-487D-AB49-E8491AB9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F35872-7352-48DA-B3BD-70C83DD3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Ticket 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57C38-C8F8-4923-9B63-B7E4E605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Renderer abstraction은 있으나 PDF download는 후속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F99E4-D438-48A0-9BE7-776FEBC3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AA054A-74E1-41AA-8AA4-0146605A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7B1FBC-E28C-46E1-91E7-7D14B3C3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385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External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59FEFF-C996-4064-AA36-C76338CE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6240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Skypass는 adapter seam만 실제 교체 가능하게 준비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179D9B-7F34-4AF4-AA94-A9D4EEB9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3AA00-FD01-4C35-AF06-7440E3CD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05FBF9-2089-41B9-A7ED-6A993773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67 / 70</a:t>
            </a:r>
          </a:p>
        </p:txBody>
      </p:sp>
    </p:spTree>
    <p:extLst>
      <p:ext uri="{BB962C8B-B14F-4D97-AF65-F5344CB8AC3E}">
        <p14:creationId xmlns:p14="http://schemas.microsoft.com/office/powerpoint/2010/main" val="301978000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7D4BC4-4F95-47D6-922E-85BDE7A7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A3D79-850B-4583-B6EA-E28B425C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LIVE DEMO RUNBOOK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72C45-D544-4D42-9B1D-4FB4AA06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3F472-4E91-4A6D-9257-EC5A0267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시연 순서: 사용 흐름 속에서 9개 DP를 모두 지나간다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F7F17-80B3-48F5-8CDD-3E01C1EF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중간에 코드 Ctrl+F를 섞어 설명하면 논리 흐름이 끊기지 않는다.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C8F68-48B7-4E37-8E0F-35198305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897E7-CD46-4CB6-B258-1C52C544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62C3F-8BC2-4D64-A472-AF91F5EA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90750"/>
            <a:ext cx="954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Search: SEL/TYO/NYC/LON 검색으로 Composite 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1EB03-765B-4618-B2B8-D5D322AF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765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FA661-D8F7-4973-930C-B630229F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0D28E-88D6-4B1E-A724-70469D74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954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Seat: 좌석 선택 + add-on으로 Decorator 설명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66D54-5E07-4A60-9D1B-ABD398E2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45D4B-D214-47EA-A90E-DB246C93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F78F0-D403-4981-B5A3-23A59D2A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954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Payment: 결제수단 + 마일리지로 Factory Method와 Adapter 설명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B8334-2207-4B15-A7CB-F28878D6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9D12A-9BF3-4560-B2BC-E90927C7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94BAF-638B-49F5-BEE5-10681953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954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Confirmation: e-Ticket format + bus ticket으로 Template와 Observer 설명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8CCE5F-D1B8-4949-BF4F-63290C12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D93CBE-E3AB-4646-9E47-87761BB4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4CC86B-A49D-4C0C-9C03-0A6FA9BA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9550"/>
            <a:ext cx="954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Lookup/Cancel/Refund: State badge와 Strategy policy 설명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5023F9-81E2-4626-865F-F2A731B5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05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10AD59-409E-4E0E-AE72-985956D5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10606E-DA68-4DBC-9E35-943F211D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76750"/>
            <a:ext cx="954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Settings/Pattern Guide: Singleton과 전체 DP map 마무리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08C6D2-7AA6-4D2E-AB13-D381EEBF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66C98B-C268-42D0-A362-EF0456DD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94A9C3-76C7-4EF4-87FC-C499639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68 / 70</a:t>
            </a:r>
          </a:p>
        </p:txBody>
      </p:sp>
    </p:spTree>
    <p:extLst>
      <p:ext uri="{BB962C8B-B14F-4D97-AF65-F5344CB8AC3E}">
        <p14:creationId xmlns:p14="http://schemas.microsoft.com/office/powerpoint/2010/main" val="1166566736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2D96B4-7C2B-4D6B-89E5-A052B0DA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5D449-4F95-4811-AC12-1D2F94CA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Q&amp;A DEFENSE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70092-3A32-4322-ABB1-9C02B6EA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1FB77-C94C-4D1F-A06A-4C2965A6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틀리기 쉬운 질문은 코드 기준으로 답한다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0894A-B3B8-49DD-B404-961F45A0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이 세 문장은 그대로 외워도 좋다.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0AEF9-11DD-4A84-93A1-4E3CC719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C5096-A507-4E27-B61A-F1EFDFF5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F9EE0-4373-473A-BF0D-25D3CC09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Factory Method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75FCA-C472-4033-ADE9-F8CF36A2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`PaymentProcessorFactory`는 selector helper이고, Creator는 `PaymentMethodProcessor`와 `ItineraryFactory`입니다.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2FBCA-51BD-4415-95E7-FEDCCA6E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E0A15-67CA-423F-A817-533FC623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5B412-CD9A-47A5-A356-4E145046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479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6DF6C-90B4-4D5E-9D6B-51F4C194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`AbstractReservationState`를 둔 이유는 모든 invalid transition 기본 동작을 중복 없이 모으기 위해서입니다.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CA77F-3309-4CF7-97E9-909DDE81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802B2-60AE-4BCB-B244-25BC45C6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93384-DC8B-4BD0-889F-6CD1E630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UI migration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CFD68-287F-4104-8D99-4DDB0E51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Boundary 중심 전환이며, Control에는 화면 노출을 위한 얇은 glue만 추가했습니다.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79BA7-ED0C-4FF7-B08E-64C10BA0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09D441-A836-4985-B80D-E0180252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A3BC06-8484-4E1B-951A-CC4092CA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385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2D20"/>
                </a:solidFill>
                <a:latin typeface="Apple SD Gothic Neo"/>
                <a:ea typeface="Apple SD Gothic Neo"/>
                <a:cs typeface="Apple SD Gothic Neo"/>
              </a:rPr>
              <a:t>Strategy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F66D95-FE0A-433B-821B-49475237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62400"/>
            <a:ext cx="4438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`RefundHandler`만이 아니라 `RefundPolicy` concrete family까지 보여줘야 Strategy가 보입니다.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F3B87D-877B-4249-AA9C-DC4495A8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8E8A92-B54F-4AB4-9AC4-470B9745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33D0AF-7F15-42B8-BA56-AC6EBF88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69 / 70</a:t>
            </a:r>
          </a:p>
        </p:txBody>
      </p:sp>
    </p:spTree>
    <p:extLst>
      <p:ext uri="{BB962C8B-B14F-4D97-AF65-F5344CB8AC3E}">
        <p14:creationId xmlns:p14="http://schemas.microsoft.com/office/powerpoint/2010/main" val="825489098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82D416-FC5D-49E6-A571-D9CDF1E7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B0A13-A916-479D-9D78-90D62B83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0064C8"/>
                </a:solidFill>
                <a:latin typeface="Apple SD Gothic Neo"/>
                <a:ea typeface="Apple SD Gothic Neo"/>
                <a:cs typeface="Apple SD Gothic Neo"/>
              </a:rPr>
              <a:t>CLOSING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83F7B-554F-45C9-8934-D0DC26F4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7701C-137A-4C8D-B3BF-BF9C4138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21827"/>
                </a:solidFill>
                <a:latin typeface="Apple SD Gothic Neo"/>
                <a:ea typeface="Apple SD Gothic Neo"/>
                <a:cs typeface="Apple SD Gothic Neo"/>
              </a:rPr>
              <a:t>최종 결론: 기능 확장 축을 패턴으로 분리했다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6D880-7D76-476B-AB8D-4B7E2A91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발표의 마지막 문장.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D9436-5F88-46F9-8368-C52354C0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B1BED-5053-45C2-81BA-ABB8137D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05EA6-DB33-4368-B9C7-AFE6BC4E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90750"/>
            <a:ext cx="9544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기능이 늘어날수록 if문으로 버티지 않고, 변하는 부분을 객체 역할로 분리했다.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768D1-D64C-41F2-90EF-2746D185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C5798-283D-46B8-BB51-D297BBEE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60415-38EF-42E1-8B6A-AD6801F0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57500"/>
            <a:ext cx="9544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JavaFX UI는 사용자가 그 패턴들을 실제로 실행해볼 수 있게 만든 Boundary다.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FF258-909F-4D81-8BF9-62BA2539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92726-5D57-4776-B1DF-05FE2621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AB8C5-A0A0-467D-B43C-E983807A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9544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따라서 앱 시연, 터미널 로그, VS Code 코드가 같은 구조를 가리킨다.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EDB55-F4D5-4FC6-BF2B-5E1FDED8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79040-B576-4DCD-B11A-397E0EEF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Team A · KoreanAirReservationDomain · Iteration 4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302BF-CFA4-490D-9290-05F081CE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457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70 / 70</a:t>
            </a:r>
          </a:p>
        </p:txBody>
      </p:sp>
    </p:spTree>
    <p:extLst>
      <p:ext uri="{BB962C8B-B14F-4D97-AF65-F5344CB8AC3E}">
        <p14:creationId xmlns:p14="http://schemas.microsoft.com/office/powerpoint/2010/main" val="2742527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2026-05-31T16:29:19.7050000Z</dcterms:created>
  <dcterms:modified xsi:type="dcterms:W3CDTF">2026-05-31T16:29:19.7050000Z</dcterms:modified>
</coreProperties>
</file>