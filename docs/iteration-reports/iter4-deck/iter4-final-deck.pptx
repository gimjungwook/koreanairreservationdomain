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6fade67c644725" /><Relationship Type="http://schemas.openxmlformats.org/officeDocument/2006/relationships/extended-properties" Target="/docProps/app.xml" Id="R9ee4cd4cc6ff49ac" /><Relationship Type="http://schemas.openxmlformats.org/officeDocument/2006/relationships/officeDocument" Target="/ppt/presentation.xml" Id="R8754ec050ff34d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305b11fb5443ec"/>
  </p:sldMasterIdLst>
  <p:notesMasterIdLst>
    <p:notesMasterId xmlns:r="http://schemas.openxmlformats.org/officeDocument/2006/relationships" r:id="R8ef686de36dd4d71"/>
  </p:notesMasterIdLst>
  <p:sldIdLst>
    <p:sldId xmlns:r="http://schemas.openxmlformats.org/officeDocument/2006/relationships" id="256" r:id="Ref7260817c334f0e"/>
    <p:sldId xmlns:r="http://schemas.openxmlformats.org/officeDocument/2006/relationships" id="257" r:id="Ra5684e57241643c8"/>
    <p:sldId xmlns:r="http://schemas.openxmlformats.org/officeDocument/2006/relationships" id="258" r:id="R1fd64a48a34145ef"/>
    <p:sldId xmlns:r="http://schemas.openxmlformats.org/officeDocument/2006/relationships" id="259" r:id="R96c1fba5387a42af"/>
    <p:sldId xmlns:r="http://schemas.openxmlformats.org/officeDocument/2006/relationships" id="260" r:id="R0def2ce8866a4dd2"/>
    <p:sldId xmlns:r="http://schemas.openxmlformats.org/officeDocument/2006/relationships" id="261" r:id="R1fc0acbb177141ee"/>
    <p:sldId xmlns:r="http://schemas.openxmlformats.org/officeDocument/2006/relationships" id="262" r:id="Re907b6411fb24851"/>
    <p:sldId xmlns:r="http://schemas.openxmlformats.org/officeDocument/2006/relationships" id="263" r:id="R64cfbfb405fa46ee"/>
    <p:sldId xmlns:r="http://schemas.openxmlformats.org/officeDocument/2006/relationships" id="264" r:id="R1c12cd590542411f"/>
    <p:sldId xmlns:r="http://schemas.openxmlformats.org/officeDocument/2006/relationships" id="265" r:id="R77f274b4c4154583"/>
    <p:sldId xmlns:r="http://schemas.openxmlformats.org/officeDocument/2006/relationships" id="266" r:id="Rf1ca6adc3059492d"/>
    <p:sldId xmlns:r="http://schemas.openxmlformats.org/officeDocument/2006/relationships" id="267" r:id="R076303091f114cdb"/>
    <p:sldId xmlns:r="http://schemas.openxmlformats.org/officeDocument/2006/relationships" id="268" r:id="R342463192b11402a"/>
    <p:sldId xmlns:r="http://schemas.openxmlformats.org/officeDocument/2006/relationships" id="269" r:id="Rc8acf6179c3e4141"/>
    <p:sldId xmlns:r="http://schemas.openxmlformats.org/officeDocument/2006/relationships" id="270" r:id="R36332413d2e74dc8"/>
    <p:sldId xmlns:r="http://schemas.openxmlformats.org/officeDocument/2006/relationships" id="271" r:id="R0df0ce93289740b8"/>
    <p:sldId xmlns:r="http://schemas.openxmlformats.org/officeDocument/2006/relationships" id="272" r:id="R589a5cee24a54c81"/>
    <p:sldId xmlns:r="http://schemas.openxmlformats.org/officeDocument/2006/relationships" id="273" r:id="Rdff1850e9c6e4c1a"/>
    <p:sldId xmlns:r="http://schemas.openxmlformats.org/officeDocument/2006/relationships" id="274" r:id="Rfcb8f2a43400402a"/>
    <p:sldId xmlns:r="http://schemas.openxmlformats.org/officeDocument/2006/relationships" id="275" r:id="R5a74f0d67b4344df"/>
    <p:sldId xmlns:r="http://schemas.openxmlformats.org/officeDocument/2006/relationships" id="276" r:id="R5edb88b8922a4935"/>
    <p:sldId xmlns:r="http://schemas.openxmlformats.org/officeDocument/2006/relationships" id="277" r:id="R5625d80e1c6d4ee5"/>
    <p:sldId xmlns:r="http://schemas.openxmlformats.org/officeDocument/2006/relationships" id="278" r:id="R5aef421905ef47da"/>
    <p:sldId xmlns:r="http://schemas.openxmlformats.org/officeDocument/2006/relationships" id="279" r:id="Rd9bbe0db876a4df3"/>
    <p:sldId xmlns:r="http://schemas.openxmlformats.org/officeDocument/2006/relationships" id="280" r:id="R729406b566104d53"/>
    <p:sldId xmlns:r="http://schemas.openxmlformats.org/officeDocument/2006/relationships" id="281" r:id="R7eefff7e60bf4872"/>
    <p:sldId xmlns:r="http://schemas.openxmlformats.org/officeDocument/2006/relationships" id="282" r:id="Racefd41c2e8d40b0"/>
    <p:sldId xmlns:r="http://schemas.openxmlformats.org/officeDocument/2006/relationships" id="283" r:id="R5e239a58ff594700"/>
    <p:sldId xmlns:r="http://schemas.openxmlformats.org/officeDocument/2006/relationships" id="284" r:id="R16a078d4599d478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305b11fb5443ec" /><Relationship Type="http://schemas.openxmlformats.org/officeDocument/2006/relationships/theme" Target="/ppt/theme/theme1.xml" Id="Re5c2840f33e049c4" /><Relationship Type="http://schemas.openxmlformats.org/officeDocument/2006/relationships/notesMaster" Target="/ppt/notesMasters/notesMaster1.xml" Id="R8ef686de36dd4d71" /><Relationship Type="http://schemas.openxmlformats.org/officeDocument/2006/relationships/presProps" Target="/ppt/presProps.xml" Id="Rc361ee8d72954008" /><Relationship Type="http://schemas.openxmlformats.org/officeDocument/2006/relationships/viewProps" Target="/ppt/viewProps.xml" Id="Raa2735a2971f46e1" /><Relationship Type="http://schemas.openxmlformats.org/officeDocument/2006/relationships/tableStyles" Target="/ppt/tableStyles.xml" Id="Rc29bba30f4be4e21" /><Relationship Type="http://schemas.openxmlformats.org/officeDocument/2006/relationships/slide" Target="/ppt/slides/slide1.xml" Id="Ref7260817c334f0e" /><Relationship Type="http://schemas.openxmlformats.org/officeDocument/2006/relationships/slide" Target="/ppt/slides/slide2.xml" Id="Ra5684e57241643c8" /><Relationship Type="http://schemas.openxmlformats.org/officeDocument/2006/relationships/slide" Target="/ppt/slides/slide3.xml" Id="R1fd64a48a34145ef" /><Relationship Type="http://schemas.openxmlformats.org/officeDocument/2006/relationships/slide" Target="/ppt/slides/slide4.xml" Id="R96c1fba5387a42af" /><Relationship Type="http://schemas.openxmlformats.org/officeDocument/2006/relationships/slide" Target="/ppt/slides/slide5.xml" Id="R0def2ce8866a4dd2" /><Relationship Type="http://schemas.openxmlformats.org/officeDocument/2006/relationships/slide" Target="/ppt/slides/slide6.xml" Id="R1fc0acbb177141ee" /><Relationship Type="http://schemas.openxmlformats.org/officeDocument/2006/relationships/slide" Target="/ppt/slides/slide7.xml" Id="Re907b6411fb24851" /><Relationship Type="http://schemas.openxmlformats.org/officeDocument/2006/relationships/slide" Target="/ppt/slides/slide8.xml" Id="R64cfbfb405fa46ee" /><Relationship Type="http://schemas.openxmlformats.org/officeDocument/2006/relationships/slide" Target="/ppt/slides/slide9.xml" Id="R1c12cd590542411f" /><Relationship Type="http://schemas.openxmlformats.org/officeDocument/2006/relationships/slide" Target="/ppt/slides/slide10.xml" Id="R77f274b4c4154583" /><Relationship Type="http://schemas.openxmlformats.org/officeDocument/2006/relationships/slide" Target="/ppt/slides/slide11.xml" Id="Rf1ca6adc3059492d" /><Relationship Type="http://schemas.openxmlformats.org/officeDocument/2006/relationships/slide" Target="/ppt/slides/slide12.xml" Id="R076303091f114cdb" /><Relationship Type="http://schemas.openxmlformats.org/officeDocument/2006/relationships/slide" Target="/ppt/slides/slide13.xml" Id="R342463192b11402a" /><Relationship Type="http://schemas.openxmlformats.org/officeDocument/2006/relationships/slide" Target="/ppt/slides/slide14.xml" Id="Rc8acf6179c3e4141" /><Relationship Type="http://schemas.openxmlformats.org/officeDocument/2006/relationships/slide" Target="/ppt/slides/slide15.xml" Id="R36332413d2e74dc8" /><Relationship Type="http://schemas.openxmlformats.org/officeDocument/2006/relationships/slide" Target="/ppt/slides/slide16.xml" Id="R0df0ce93289740b8" /><Relationship Type="http://schemas.openxmlformats.org/officeDocument/2006/relationships/slide" Target="/ppt/slides/slide17.xml" Id="R589a5cee24a54c81" /><Relationship Type="http://schemas.openxmlformats.org/officeDocument/2006/relationships/slide" Target="/ppt/slides/slide18.xml" Id="Rdff1850e9c6e4c1a" /><Relationship Type="http://schemas.openxmlformats.org/officeDocument/2006/relationships/slide" Target="/ppt/slides/slide19.xml" Id="Rfcb8f2a43400402a" /><Relationship Type="http://schemas.openxmlformats.org/officeDocument/2006/relationships/slide" Target="/ppt/slides/slide20.xml" Id="R5a74f0d67b4344df" /><Relationship Type="http://schemas.openxmlformats.org/officeDocument/2006/relationships/slide" Target="/ppt/slides/slide21.xml" Id="R5edb88b8922a4935" /><Relationship Type="http://schemas.openxmlformats.org/officeDocument/2006/relationships/slide" Target="/ppt/slides/slide22.xml" Id="R5625d80e1c6d4ee5" /><Relationship Type="http://schemas.openxmlformats.org/officeDocument/2006/relationships/slide" Target="/ppt/slides/slide23.xml" Id="R5aef421905ef47da" /><Relationship Type="http://schemas.openxmlformats.org/officeDocument/2006/relationships/slide" Target="/ppt/slides/slide24.xml" Id="Rd9bbe0db876a4df3" /><Relationship Type="http://schemas.openxmlformats.org/officeDocument/2006/relationships/slide" Target="/ppt/slides/slide25.xml" Id="R729406b566104d53" /><Relationship Type="http://schemas.openxmlformats.org/officeDocument/2006/relationships/slide" Target="/ppt/slides/slide26.xml" Id="R7eefff7e60bf4872" /><Relationship Type="http://schemas.openxmlformats.org/officeDocument/2006/relationships/slide" Target="/ppt/slides/slide27.xml" Id="Racefd41c2e8d40b0" /><Relationship Type="http://schemas.openxmlformats.org/officeDocument/2006/relationships/slide" Target="/ppt/slides/slide28.xml" Id="R5e239a58ff594700" /><Relationship Type="http://schemas.openxmlformats.org/officeDocument/2006/relationships/slide" Target="/ppt/slides/slide29.xml" Id="R16a078d4599d47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277b3eb4bee46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97d3d5306d44ca" /><Relationship Type="http://schemas.openxmlformats.org/officeDocument/2006/relationships/notesMaster" Target="/ppt/notesMasters/notesMaster1.xml" Id="Reac7eba117ca4a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635d7560984255" /><Relationship Type="http://schemas.openxmlformats.org/officeDocument/2006/relationships/notesMaster" Target="/ppt/notesMasters/notesMaster1.xml" Id="Rf6d385f91ae04b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2314ff7ed649ab" /><Relationship Type="http://schemas.openxmlformats.org/officeDocument/2006/relationships/notesMaster" Target="/ppt/notesMasters/notesMaster1.xml" Id="R87215714613545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647a9914154144" /><Relationship Type="http://schemas.openxmlformats.org/officeDocument/2006/relationships/notesMaster" Target="/ppt/notesMasters/notesMaster1.xml" Id="R3e620b4da67647b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6ca66aa9934a54" /><Relationship Type="http://schemas.openxmlformats.org/officeDocument/2006/relationships/notesMaster" Target="/ppt/notesMasters/notesMaster1.xml" Id="Rd2634730420a4fe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b65e321b334875" /><Relationship Type="http://schemas.openxmlformats.org/officeDocument/2006/relationships/notesMaster" Target="/ppt/notesMasters/notesMaster1.xml" Id="R68330f5950d743a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05d8f9f076405e" /><Relationship Type="http://schemas.openxmlformats.org/officeDocument/2006/relationships/notesMaster" Target="/ppt/notesMasters/notesMaster1.xml" Id="Rb495055b3c344a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6d0a1c0c4c548c4" /><Relationship Type="http://schemas.openxmlformats.org/officeDocument/2006/relationships/notesMaster" Target="/ppt/notesMasters/notesMaster1.xml" Id="R0adfd53decbb40a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d6b9f01634d4542" /><Relationship Type="http://schemas.openxmlformats.org/officeDocument/2006/relationships/notesMaster" Target="/ppt/notesMasters/notesMaster1.xml" Id="R8148cd4cc2a0434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1f581809a124724" /><Relationship Type="http://schemas.openxmlformats.org/officeDocument/2006/relationships/notesMaster" Target="/ppt/notesMasters/notesMaster1.xml" Id="R5e83d3f84622437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fe50edbb4d42f9" /><Relationship Type="http://schemas.openxmlformats.org/officeDocument/2006/relationships/notesMaster" Target="/ppt/notesMasters/notesMaster1.xml" Id="R1d5f036cb6a94f4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3f4828b1c004a25" /><Relationship Type="http://schemas.openxmlformats.org/officeDocument/2006/relationships/notesMaster" Target="/ppt/notesMasters/notesMaster1.xml" Id="R4263d9d9ccbd472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e5d047433244bd1" /><Relationship Type="http://schemas.openxmlformats.org/officeDocument/2006/relationships/notesMaster" Target="/ppt/notesMasters/notesMaster1.xml" Id="R5b943be98b5b4cf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0a4dd5160024830" /><Relationship Type="http://schemas.openxmlformats.org/officeDocument/2006/relationships/notesMaster" Target="/ppt/notesMasters/notesMaster1.xml" Id="Rc1b12fc7980344b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8f9c25cc9064633" /><Relationship Type="http://schemas.openxmlformats.org/officeDocument/2006/relationships/notesMaster" Target="/ppt/notesMasters/notesMaster1.xml" Id="Rc49e9fc0acc34b7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7adf614a0af4f1a" /><Relationship Type="http://schemas.openxmlformats.org/officeDocument/2006/relationships/notesMaster" Target="/ppt/notesMasters/notesMaster1.xml" Id="Rd631e031f4304ce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f5ed5c5a24442db" /><Relationship Type="http://schemas.openxmlformats.org/officeDocument/2006/relationships/notesMaster" Target="/ppt/notesMasters/notesMaster1.xml" Id="R0d271a37e13c45a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4d6309d8ebf4a0a" /><Relationship Type="http://schemas.openxmlformats.org/officeDocument/2006/relationships/notesMaster" Target="/ppt/notesMasters/notesMaster1.xml" Id="R698fa5e8110a433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0e72e8c974c4309" /><Relationship Type="http://schemas.openxmlformats.org/officeDocument/2006/relationships/notesMaster" Target="/ppt/notesMasters/notesMaster1.xml" Id="R231174dd3da84a6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1cca30bac234e09" /><Relationship Type="http://schemas.openxmlformats.org/officeDocument/2006/relationships/notesMaster" Target="/ppt/notesMasters/notesMaster1.xml" Id="R5b21cdcfc424467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ca6e8e75dbb47dc" /><Relationship Type="http://schemas.openxmlformats.org/officeDocument/2006/relationships/notesMaster" Target="/ppt/notesMasters/notesMaster1.xml" Id="R3dab2c4c9a074b9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4b95105eb5c4f4d" /><Relationship Type="http://schemas.openxmlformats.org/officeDocument/2006/relationships/notesMaster" Target="/ppt/notesMasters/notesMaster1.xml" Id="R89e1e8db4af24ec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685aa53167543e8" /><Relationship Type="http://schemas.openxmlformats.org/officeDocument/2006/relationships/notesMaster" Target="/ppt/notesMasters/notesMaster1.xml" Id="R11c813ff976549e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50e1e77dd444b3d" /><Relationship Type="http://schemas.openxmlformats.org/officeDocument/2006/relationships/notesMaster" Target="/ppt/notesMasters/notesMaster1.xml" Id="Rcd4ea9b5b99d437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f9aae962c1a4e8f" /><Relationship Type="http://schemas.openxmlformats.org/officeDocument/2006/relationships/notesMaster" Target="/ppt/notesMasters/notesMaster1.xml" Id="R61da5701ca7448b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5e789b7856c4d98" /><Relationship Type="http://schemas.openxmlformats.org/officeDocument/2006/relationships/notesMaster" Target="/ppt/notesMasters/notesMaster1.xml" Id="Rc359cef9a193455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490aa289a744b99" /><Relationship Type="http://schemas.openxmlformats.org/officeDocument/2006/relationships/notesMaster" Target="/ppt/notesMasters/notesMaster1.xml" Id="Rc45cfe3b9b50475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2c199c208af4358" /><Relationship Type="http://schemas.openxmlformats.org/officeDocument/2006/relationships/notesMaster" Target="/ppt/notesMasters/notesMaster1.xml" Id="R537962fd8e3a446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40ecd0950ee4d1d" /><Relationship Type="http://schemas.openxmlformats.org/officeDocument/2006/relationships/notesMaster" Target="/ppt/notesMasters/notesMaster1.xml" Id="R04f601306dc341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c318ac773f415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8e8006f57b14301" /><Relationship Type="http://schemas.openxmlformats.org/officeDocument/2006/relationships/slideLayout" Target="/ppt/slideLayouts/slideLayout2.xml" Id="R9978f77e0ed845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78f77e0ed845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eadbd60a3d4e65" /><Relationship Type="http://schemas.openxmlformats.org/officeDocument/2006/relationships/notesSlide" Target="/ppt/notesSlides/notesSlide1.xml" Id="Rc592189f382a4a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be7f952e7e4dc4" /><Relationship Type="http://schemas.openxmlformats.org/officeDocument/2006/relationships/notesSlide" Target="/ppt/notesSlides/notesSlide2.xml" Id="Rd412d7081ed44e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5f2f35c3fb437a" /><Relationship Type="http://schemas.openxmlformats.org/officeDocument/2006/relationships/notesSlide" Target="/ppt/notesSlides/notesSlide3.xml" Id="R09e3bba3cd6b49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54e7c8ab184b22" /><Relationship Type="http://schemas.openxmlformats.org/officeDocument/2006/relationships/notesSlide" Target="/ppt/notesSlides/notesSlide4.xml" Id="Rd878b3e0ce7142c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cb0011f178474c" /><Relationship Type="http://schemas.openxmlformats.org/officeDocument/2006/relationships/notesSlide" Target="/ppt/notesSlides/notesSlide5.xml" Id="R91e50b7857494b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17a02c47ef4887" /><Relationship Type="http://schemas.openxmlformats.org/officeDocument/2006/relationships/notesSlide" Target="/ppt/notesSlides/notesSlide6.xml" Id="Raef251195d8047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cff0814c024fb3" /><Relationship Type="http://schemas.openxmlformats.org/officeDocument/2006/relationships/notesSlide" Target="/ppt/notesSlides/notesSlide7.xml" Id="R15ed5d2791094e2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a80c916ffb4384" /><Relationship Type="http://schemas.openxmlformats.org/officeDocument/2006/relationships/notesSlide" Target="/ppt/notesSlides/notesSlide8.xml" Id="R555402ffa91f4f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ed2f93a05547c5" /><Relationship Type="http://schemas.openxmlformats.org/officeDocument/2006/relationships/notesSlide" Target="/ppt/notesSlides/notesSlide9.xml" Id="R30d46c4e3dad46c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b9038d2d914ccf" /><Relationship Type="http://schemas.openxmlformats.org/officeDocument/2006/relationships/notesSlide" Target="/ppt/notesSlides/notesSlide10.xml" Id="Rfa9067153c3b4e8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24e8213d0b48ad" /><Relationship Type="http://schemas.openxmlformats.org/officeDocument/2006/relationships/notesSlide" Target="/ppt/notesSlides/notesSlide11.xml" Id="R7e4eeb76555d4f3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089524c7004a46" /><Relationship Type="http://schemas.openxmlformats.org/officeDocument/2006/relationships/notesSlide" Target="/ppt/notesSlides/notesSlide12.xml" Id="R4997a897dd594e6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e6db84b8104d29" /><Relationship Type="http://schemas.openxmlformats.org/officeDocument/2006/relationships/notesSlide" Target="/ppt/notesSlides/notesSlide13.xml" Id="Rf43c3d692f3c479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e52fc822054683" /><Relationship Type="http://schemas.openxmlformats.org/officeDocument/2006/relationships/notesSlide" Target="/ppt/notesSlides/notesSlide14.xml" Id="Re79ff3cecb6943e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cd39d840db4aa5" /><Relationship Type="http://schemas.openxmlformats.org/officeDocument/2006/relationships/notesSlide" Target="/ppt/notesSlides/notesSlide15.xml" Id="R37e3602035434ee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7164a9ce7d4006" /><Relationship Type="http://schemas.openxmlformats.org/officeDocument/2006/relationships/notesSlide" Target="/ppt/notesSlides/notesSlide16.xml" Id="Rc5745bd1349e462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0eeb2e6dbe4d5a" /><Relationship Type="http://schemas.openxmlformats.org/officeDocument/2006/relationships/notesSlide" Target="/ppt/notesSlides/notesSlide17.xml" Id="R5c26d8d4f24c458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75acaf1d29462b" /><Relationship Type="http://schemas.openxmlformats.org/officeDocument/2006/relationships/notesSlide" Target="/ppt/notesSlides/notesSlide18.xml" Id="R6faf056c38d3491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35a37bf5e24c2d" /><Relationship Type="http://schemas.openxmlformats.org/officeDocument/2006/relationships/notesSlide" Target="/ppt/notesSlides/notesSlide19.xml" Id="Rde9a2512414f43c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84c11026114042" /><Relationship Type="http://schemas.openxmlformats.org/officeDocument/2006/relationships/notesSlide" Target="/ppt/notesSlides/notesSlide20.xml" Id="Rd926b6e853a1427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7f28e59104455c" /><Relationship Type="http://schemas.openxmlformats.org/officeDocument/2006/relationships/notesSlide" Target="/ppt/notesSlides/notesSlide21.xml" Id="Rb574fe1f4126445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2b20f1dee1476f" /><Relationship Type="http://schemas.openxmlformats.org/officeDocument/2006/relationships/notesSlide" Target="/ppt/notesSlides/notesSlide22.xml" Id="R0446f19cee3c419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5b208b663c4a8d" /><Relationship Type="http://schemas.openxmlformats.org/officeDocument/2006/relationships/notesSlide" Target="/ppt/notesSlides/notesSlide23.xml" Id="R73b5aa2998c14d9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1d284ca8014bde" /><Relationship Type="http://schemas.openxmlformats.org/officeDocument/2006/relationships/notesSlide" Target="/ppt/notesSlides/notesSlide24.xml" Id="R02d01946598e422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8536e85c134837" /><Relationship Type="http://schemas.openxmlformats.org/officeDocument/2006/relationships/notesSlide" Target="/ppt/notesSlides/notesSlide25.xml" Id="R8d91233cdc96411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77634a903e4a18" /><Relationship Type="http://schemas.openxmlformats.org/officeDocument/2006/relationships/notesSlide" Target="/ppt/notesSlides/notesSlide26.xml" Id="Rc82fadf4043545d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ce6f4e38bb4f5d" /><Relationship Type="http://schemas.openxmlformats.org/officeDocument/2006/relationships/notesSlide" Target="/ppt/notesSlides/notesSlide27.xml" Id="R49f47e377e0d467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581f63127741a8" /><Relationship Type="http://schemas.openxmlformats.org/officeDocument/2006/relationships/notesSlide" Target="/ppt/notesSlides/notesSlide28.xml" Id="R8c42c6503ea847f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3204a1d5944472" /><Relationship Type="http://schemas.openxmlformats.org/officeDocument/2006/relationships/notesSlide" Target="/ppt/notesSlides/notesSlide29.xml" Id="Rc19edd619fe9497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45B903-35BC-4BA6-B49B-4A641331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4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182C2F-009F-4EC4-9318-6FF69400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0"/>
            <a:ext cx="876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0B7737-15E8-4806-95CC-B203F089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대한항공 예약 시스템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6CF0F6-7578-44CD-8F82-74A59E70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2286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4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Iteration 4</a:t>
            </a:r>
          </a:p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4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Final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7CE225-B5A4-4549-A13C-AE003A4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90875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CEE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DCEEFF"/>
                </a:solidFill>
                <a:latin typeface="Apple SD Gothic Neo"/>
                <a:ea typeface="Apple SD Gothic Neo"/>
                <a:cs typeface="Apple SD Gothic Neo"/>
              </a:rPr>
              <a:t>Compact presentation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9AE8C1-29A5-4197-AE1D-BDA93544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000125"/>
            <a:ext cx="609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지침서 기준으로 다시 압축한 최종 발표본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3976D3-F008-4506-8A74-8C115706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533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FAB3D8-E468-4532-BEBF-78135C61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42306B-160A-4C4C-9E48-449282BD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43150"/>
            <a:ext cx="499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핵심 원칙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D12931-F347-41EA-9A0D-44F4C61C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67000"/>
            <a:ext cx="4991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본편은 30장 내외로 콤팩트하게, DP 상세 코드는 appendix 문서로 분리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3208F-AFD2-44ED-B6CD-00BBD20B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33750"/>
            <a:ext cx="533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CEB5D8-DFAE-4789-A51A-6AAA06A8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337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194CC6-FDD1-47BD-AE6C-79DB01146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486150"/>
            <a:ext cx="499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지침 반영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8996B9-6382-4638-8AE8-A5C45E45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810000"/>
            <a:ext cx="4991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양식#1/#2/#3, 빨간 변경표시, 교과서 DP 구조 비교, 코드 역할 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A1DF1-12A8-42B9-B299-A149C419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76750"/>
            <a:ext cx="533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3926B6-7766-48E1-B34B-A531E780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767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4A2CA6-AEAB-41B5-BC4A-6DC0751A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629150"/>
            <a:ext cx="499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rPr>
              <a:t>발표 흐름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4BC361-7585-4198-97BC-3E315644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953000"/>
            <a:ext cx="4991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기능 요약 → iteration 변화 → DP별 비교/코드 → 데모 순서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05BE5C-0BBE-4C23-A93C-0531B9E3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0DE816-786C-4533-A0B5-516C9E3E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51A5AA-3FA9-4FF8-8ADE-646D7B5D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01 / 29</a:t>
            </a:r>
          </a:p>
        </p:txBody>
      </p:sp>
    </p:spTree>
    <p:extLst>
      <p:ext uri="{BB962C8B-B14F-4D97-AF65-F5344CB8AC3E}">
        <p14:creationId xmlns:p14="http://schemas.microsoft.com/office/powerpoint/2010/main" val="151455488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24EBD0-3784-4694-A0A9-FB131EA64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D7022-523C-4999-8413-A644A4E7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GUIDELINE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58AA3C-168A-4D41-97A4-289C9158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2BB374-B8A7-4FB1-AAED-CD1A817C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지침서 기준으로 본편을 콤팩트하게 재구성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BE261-CA8A-42F0-A4E7-B7E82736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중요한 요구사항만 본편에 두고 상세 코드는 보조문서로 넘긴다.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29D016-CCD1-4981-BF8C-E52733FC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98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4A2ED4-3425-470F-A19F-17A5BE00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5B7B68-FC58-4935-B130-CF96E863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9075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양식#1 전체 기능, 양식#2 확장 기능, 양식#3 Refactoring/DP 정리표 포함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5DE243-B09C-4996-962D-01CF7E1D3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E68159-CE2A-4164-A1E6-38B268F6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331555-871E-4146-9A99-8D6C7C98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직전 버전 대비 추가/변경사항은 빨간색으로 표시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7FED19-17BD-4FCC-80B0-8CC97374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64FEF9-878E-494D-BA60-C3D6B3DF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9F38AC-9EA5-40D9-AD34-E3D512C3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1945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DP마다 교과서 클래스다이어그램과 우리 팀 구현을 비교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F65C28-4F9E-46D8-86BE-4F1A25043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D2945F-E838-4212-8EA7-DD3EA09F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719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C8C749-4CA3-4857-8A92-6F54AF8D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3380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코드는 원 구성도 역할이 드러나는 핵심 skeleton만 제시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479945-1C16-446E-A6CB-B047C811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2795F8-38D9-4571-BEBD-27ABAE13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0362D2-A888-4190-84A4-93DC2C8C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02 / 29</a:t>
            </a:r>
          </a:p>
        </p:txBody>
      </p:sp>
    </p:spTree>
    <p:extLst>
      <p:ext uri="{BB962C8B-B14F-4D97-AF65-F5344CB8AC3E}">
        <p14:creationId xmlns:p14="http://schemas.microsoft.com/office/powerpoint/2010/main" val="27540173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F97A91-E2BD-4724-A475-6744093A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6ECC75-12D6-4D40-96B8-63B22A3F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FORM #1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F4B1B5-ECA4-48CF-BE9D-BD8C613B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A3EBF9-4780-40D8-9791-E01A1AFC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전체 기능 정리표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5F23E0-5760-4D79-9AC8-A7222CD0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누적 기능 중 최종 발표에서 보여줄 핵심만 압축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4578E7-7168-402D-AD52-FD4E4AF4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AF1B9E-8898-46B4-B3DC-5D6FAB51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영역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25E313-DAD2-4CCD-91AE-89D42BCA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098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주요 기능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CF872-EC6F-4D32-AC4C-339018B8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209800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Iteration / DP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A1B4AA-E83E-4DC3-8C5C-F89EE81D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E57A43-7426-4ED9-8087-83698FF0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Search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CE5ADC-10E5-47A6-A7BE-59F73DDF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2890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직항/왕복/환승/다구간, 도시코드 검색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2BF1D5-18CE-45BD-B187-322FEB67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6289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iter4 Composite / Factory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B8EEEA-9097-4EF9-9DD3-6363CA07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FE352F-6453-4986-985D-0441862B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Booking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ECC28A-7D13-4EBB-93C3-34330B69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0670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승객정보, 좌석, 결제, 확정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D3DE33-169A-4FDE-BD31-940A846A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6705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iter1-4 State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9BAB41-FF6B-40C0-B9AC-CFE65539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85993C-0011-44F7-A23F-ACA6B1FE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0520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Payment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AE3B37-1F3C-4F42-B66E-836E3D45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50520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카드/KakaoPay/ApplePay/계좌/마일리지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3AE0C2-0F6B-4BF1-A0B1-716797F7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052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iter4 Factory / Adapter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819451-8B85-4AA5-982E-542C6F47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481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A3F27-0CEF-4D97-A644-0122E571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4335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Ticket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6A013C-71D7-4831-AF0F-3C1E309DD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9433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e-Ticket 포맷, 버스 연계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7AA1A7-0027-4771-B187-B3011F1D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94335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iter4 Template / Observer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ED3B4B-C3D5-47B9-B96B-5282F5C2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8ED2D4-033C-45DF-8976-8B92AB67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150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Refund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632A01-E96E-4944-B11D-0F3FF1BA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38150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취소/환불, 수동 review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08B445-37EA-4977-BE24-45C7986C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3815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iter2 Strategy + iter4 UI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FC9A99-2A21-4A5B-94F3-BD001D66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F3AE4B-2264-4964-A8DA-8E4135C6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44F754-C586-4DAC-8AB0-01D280F0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03 / 29</a:t>
            </a:r>
          </a:p>
        </p:txBody>
      </p:sp>
    </p:spTree>
    <p:extLst>
      <p:ext uri="{BB962C8B-B14F-4D97-AF65-F5344CB8AC3E}">
        <p14:creationId xmlns:p14="http://schemas.microsoft.com/office/powerpoint/2010/main" val="169568751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146155-150F-4826-89CC-4C2D9EBE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2FC9B-C3C5-4D52-8027-92B0F4A1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FORM #2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5F5F4D-0CD0-417D-8216-D5CCBA21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522F27-9598-4C82-AE70-F654476D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확장 기능 정리표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F95E4-444D-4D8A-BD77-AB712AF2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확장요소가 있는 기능만 정리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88E4AA-E5B2-4187-BF2A-624E8F5C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423D49-2376-462C-BF01-0C056232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기본 기능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AA5CEF-BC6D-4768-A1A9-F2413B7B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209800"/>
            <a:ext cx="457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확장/변경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11F6A5-3F99-4401-8549-E9743445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09800"/>
            <a:ext cx="2762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비고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19B3C6-35D8-49BC-B0C4-F29EAB3C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9E2BC2-4730-441C-A845-A7866ECE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공항 검색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477C26-D701-4921-8F1B-45B673C3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628900"/>
            <a:ext cx="457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도시코드가 여러 공항으로 확장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EB9E0-3D85-4070-862D-78153BAA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28900"/>
            <a:ext cx="276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Composite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E7FF76-9CF7-4B68-B111-A52588DD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E8B584-A82E-4C4B-8E69-9666452C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결제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AD25C6-1055-4805-A530-A25900BF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67050"/>
            <a:ext cx="457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결제수단별 processor 생성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C92C3D-4ADD-47AE-BD9E-CAF81BDE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67050"/>
            <a:ext cx="276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Factory Method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E60F55-8527-40FD-BA7F-FA72E46D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AA8147-7C84-4326-83D7-1B24AB42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052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마일리지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06BB3D-C0F7-4ABA-B33C-47995278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505200"/>
            <a:ext cx="457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외부 Skypass API 감싸기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3C5ADF-A90F-453B-803C-FCC57C23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05200"/>
            <a:ext cx="276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Adapter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0EF0C9-65D6-4BE6-80B6-6E091DAD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481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33C93A-CA60-4FF9-BD15-696746FE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433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좌석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6E4528-3A82-4328-B3E5-E4FF2064D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943350"/>
            <a:ext cx="457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좌석 add-on 요금 누적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973E4C-64C2-41D8-8E50-A41DBB50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43350"/>
            <a:ext cx="276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Decorator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F1BCA0-51DF-43B8-8968-E21D8A81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E2D028-4239-4695-9388-E9F81753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15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e-Ticket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3BED77-14C5-4E5F-B2F5-6AA77912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81500"/>
            <a:ext cx="457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다중 렌더 포맷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69A18F-45A5-4FC9-A50F-876F0625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381500"/>
            <a:ext cx="276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Template Method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A9A805-9CB0-4563-9276-77AF472B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6D329D-3EB6-4A85-8BD6-E1944E5C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BDDE5-3A3B-4C7B-85AC-26EA7397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04 / 29</a:t>
            </a:r>
          </a:p>
        </p:txBody>
      </p:sp>
    </p:spTree>
    <p:extLst>
      <p:ext uri="{BB962C8B-B14F-4D97-AF65-F5344CB8AC3E}">
        <p14:creationId xmlns:p14="http://schemas.microsoft.com/office/powerpoint/2010/main" val="132163519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5FED61-AA15-48F9-9A4A-A6B46004D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A9DE49-4C8A-4BC3-895B-B8584BEB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FORM #3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1D7C9E-0DED-44BD-B631-980B6098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F9D715-D5D7-47C5-96D2-B45256AC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Iteration별 Refactoring / Design Pattern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7BBF8-2325-474B-9F09-8E998A7E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보고서와 발표자료에 반드시 들어가는 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11869A-BC9F-43E7-9EA5-59EF4882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A657D-42FC-4EFE-B733-D7385B01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Iter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63D6C5-8E9E-4EA5-A4A3-6D04EC0A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2098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R/DP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F85093-EDCA-41CC-BF37-8031BDA8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098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적용처/내용요약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B601F1-BFE5-4B9C-BFEC-05792E19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7069B3-E90C-495B-A9F5-8F8CADA0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857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1st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C5DA0-28B8-4752-84FB-4826950D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62890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1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DP#1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90BF2A-BA65-47A4-A9F8-85CC0393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28900"/>
            <a:ext cx="609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Reservation lifecycle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1CE941-810A-49F4-B5AF-321A0FC7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C5D836-3ECA-416D-8592-EC9A1EC6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857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2nd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F82762-2CE6-49D7-A1C4-6B06552B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06705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1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Refactoring#1 / DP#2 Strategy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BE9D6E-99AF-41B6-9DFD-6722CA4C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67050"/>
            <a:ext cx="609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RefundPolicy family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567691-4ACD-4267-BECD-34CF9F05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434BF0-BC84-497E-8E5B-9C764519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05200"/>
            <a:ext cx="857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3rd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03D246-7B7B-49C0-8F2A-5998A831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50520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1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Refactoring#2 / DP#3 Observer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0A61DB-E4A2-4015-83C7-16038C08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05200"/>
            <a:ext cx="609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DomainEvent publisher/listener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19C487-483E-4BFA-8796-C95F1E4F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481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61501A-33BD-4626-9C62-2030B8EB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43350"/>
            <a:ext cx="857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4th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F65B81-3E02-4E1C-B59F-63F9A918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94335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Refactoring#3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BC7956-C224-4F4E-B13E-E06EBBAF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43350"/>
            <a:ext cx="609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Swing → JavaFX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1335DB-4C70-4637-879B-0A206CA2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36B5BE-A92B-43C7-A679-E47CD49C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1500"/>
            <a:ext cx="857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4th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593CC6-884E-4117-B3DA-E5749C33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38150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1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DP#4-#9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C4C626-EDEC-41FF-B3B6-8FB28D69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381500"/>
            <a:ext cx="609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Composite, Singleton, Factory, Template, Adapter, Decorator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D87733-228C-4368-B96F-887742E6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DF6C30-E608-41A1-9714-05016757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B8D1B7-518A-47FF-9276-3B6ED65D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05 / 29</a:t>
            </a:r>
          </a:p>
        </p:txBody>
      </p:sp>
    </p:spTree>
    <p:extLst>
      <p:ext uri="{BB962C8B-B14F-4D97-AF65-F5344CB8AC3E}">
        <p14:creationId xmlns:p14="http://schemas.microsoft.com/office/powerpoint/2010/main" val="175057575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C7CCD0-643B-4938-8601-EF6C0F33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12A499-35EA-4197-A0EB-1B3F67F8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CHANGE SUMMARY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DEF091-7A11-47BA-B49E-C766C28D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32BB35-887B-4DF2-B4A1-319AAE8C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직전 버전 대비 변경사항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7BC38-6951-4BDF-B79D-720CBB6B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빨간 항목이 iter4 최종 신규/변경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6F4CED-487B-4A35-AFE3-F71E0FB4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98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B13BD8-5E11-4416-B5BC-CC0C94C5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DCB44B-A1ED-4E7A-915D-39CE8104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9075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JavaFX 전환: FXML/CSS/Controller 구조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E2E8B5-583D-4BB4-95BF-E280FBB4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9962FB-61D1-4A9C-A119-5F8375D7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073573-10A4-4D5D-84B5-E99B61D9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패턴 가이드 화면: 발표 중 코드 역할 바로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8412BC-D6EF-4FA7-AE39-43D91801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ECF406-888F-4FDD-BB53-70C2B1C7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49A8AF-4A50-4684-96D4-73AB654B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1945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예약 조회 편의성: 상세/e-Ticket, PNR 복사, 진행 재개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912368-04BD-4C35-AE4E-F2A23626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5B20C4-0543-4A5C-BF29-3636C64A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719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E23508-F2D4-4660-9567-BDC810DD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3380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결제 편의성: 마일리지 차감 예정 금액, 버스 운행/좌석 선택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90B38C-3C36-4169-A2C4-DFEF4099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678590-8DC3-498B-83B8-3D56F715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F0E35E-6111-4722-96F4-13769CBA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06 / 29</a:t>
            </a:r>
          </a:p>
        </p:txBody>
      </p:sp>
    </p:spTree>
    <p:extLst>
      <p:ext uri="{BB962C8B-B14F-4D97-AF65-F5344CB8AC3E}">
        <p14:creationId xmlns:p14="http://schemas.microsoft.com/office/powerpoint/2010/main" val="17572906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C3F3EB-076E-47D6-868E-188841A9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020711-9D9D-49E5-A878-43FAC6E6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UML / SCENARIO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514B01-794A-4311-A05D-B3CDC8C2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E64E36-B423-4E6B-81DE-7A4E15D3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다이어그램은 본편에서 흐름만 잡고 상세는 보조문서로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80AE44-525A-4709-9594-48F9AC48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지침서가 요구한 Use Case/Class/Sequence/State는 모두 연결된다.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BAE207-8BAC-4CF7-950C-CBECDB6F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98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D76EEE-57B6-4489-85EF-FA2992CB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20C621-F697-44EA-969F-768AADCC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9075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Use Case: 검색, 예약, 결제, 조회, 취소/환불, 설정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DC6E4B-2EC3-442D-8047-824427F6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4A397B-C4B4-41FE-8342-099BA734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BEA2D-4C9A-4C98-8431-5F8718E92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Class Diagram: DP별 Reference vs Team 장표로 분리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E25318-254D-4275-9228-1D5B1C56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0A8700-14B2-4D30-B1FF-86E392CC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C446B8-EF54-45D4-8411-E68CD3A5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1945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Sequence: Payment Factory, Mileage Adapter, Seat Decorator, Bus Observer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DB3594-3BFB-4C40-9687-C7E194CD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84E9EB-310B-4EE2-A9B4-F42B312C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719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C03F7F-B7FE-4827-BD43-82DC5650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3380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State Diagram: Reservation state badge와 취소/환불 전이로 시연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C9DE26-02DD-4FF8-BE30-D536EB02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1293C3-1164-47F2-B2B1-EBF3491E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37D757-D0C5-4FCD-A8CA-9CFCB174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07 / 29</a:t>
            </a:r>
          </a:p>
        </p:txBody>
      </p:sp>
    </p:spTree>
    <p:extLst>
      <p:ext uri="{BB962C8B-B14F-4D97-AF65-F5344CB8AC3E}">
        <p14:creationId xmlns:p14="http://schemas.microsoft.com/office/powerpoint/2010/main" val="82226953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1E5D65-B100-4A6F-9BA2-96FFB10C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9099CF-A936-4282-BFE7-5BBE41C1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DEMO ORDER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A66E00-5627-434E-95E6-1CE40604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F27132-74A2-48D8-980C-9DC3910F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시연 순서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94574D-2C3B-45E5-A67C-E2722F0F7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iter3-final처럼 사용 흐름 중심으로 간다.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D16D44-35D7-4767-8204-8F19FD6B2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81DFEC-6A83-4BA7-A1E5-972B1BD8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순서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ACD529-41CA-4281-9671-92619DB8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20980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화면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8D1D8B-A83A-4093-8BC6-19F58E7C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09800"/>
            <a:ext cx="638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보여줄 DP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1C7E4B-E0F6-4666-823B-48744E35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EE31B-B53F-4A6C-8C25-ED21CFFA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76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8FC213-6275-4098-BCE9-9F84A732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62890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1D42A6-8E32-4598-B091-8278BD1E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28900"/>
            <a:ext cx="638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Composite, Factory Method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0A805E-2B0D-42BC-B0F0-5052B3B8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8DDA50-F2EA-45B4-AA99-2D447257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76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47A3B1-E332-4F5D-AFCF-A2BF06D98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0670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Seat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0DA5E2-CC3E-41DA-83F5-0598A7A2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67050"/>
            <a:ext cx="638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Decorator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ED9111-C7AA-4C92-B41A-E4DD3C3F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399F6E-73DE-484A-B7D4-10F055B6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05200"/>
            <a:ext cx="76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4893AB-5FA3-4F31-9D37-9B3CDDAD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Payment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9EB1C4-5CB7-4DE0-90A7-E1845643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505200"/>
            <a:ext cx="638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Factory Method, Adapter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FE8B20-62D0-4A4B-AA0F-A5074CC0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481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C3D16D-921C-4E7F-9FEE-25DA952E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43350"/>
            <a:ext cx="76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BC3BAA-BF7F-40E5-8DA4-85AB39E88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9433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Confirmation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A44D7B-D898-476F-9443-1E9E64AF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943350"/>
            <a:ext cx="638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Template Method, Observer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738765-D0FC-45AF-B1F0-5C421AE0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351112-895D-4291-B457-BA8BEC2D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1500"/>
            <a:ext cx="76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40DB2D-1BF9-4BBE-B339-61806272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38150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Lookup/Refund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52B5FB-9062-42D0-8744-E35154C1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81500"/>
            <a:ext cx="638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State, Strategy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A9FF65-0148-40D2-A6E5-8826A48A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244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FD424A-023F-4484-B145-0F51EEDF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9650"/>
            <a:ext cx="76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8718A0-3B28-4D55-BBEA-4B2224C65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196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Settings/Guide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EBA9D0-F201-4DC5-92BC-F419E356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19650"/>
            <a:ext cx="638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Singleton + 전체 DP map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B91D54C-3A10-470F-B765-5A0B8473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06E66A-D2B3-44F8-BF19-52C092C35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7E1875-0C4B-42AA-9F9E-D8B3359F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08 / 29</a:t>
            </a:r>
          </a:p>
        </p:txBody>
      </p:sp>
    </p:spTree>
    <p:extLst>
      <p:ext uri="{BB962C8B-B14F-4D97-AF65-F5344CB8AC3E}">
        <p14:creationId xmlns:p14="http://schemas.microsoft.com/office/powerpoint/2010/main" val="16058051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43DABC-1ADB-4297-B907-4331F19E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A12566-650F-449D-B349-A427D96B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DP#1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EE629-2F9C-4EC9-92F2-DE453EE8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612AAE-F98E-4A29-817E-445C0976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교과서 구조 vs 우리 팀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2F31D-485C-463B-BE29-5487E44E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지침서 요구: 해당 디자인패턴 클래스다이어그램과 팀 구현 비교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D27A3E-3E42-4B7E-AF19-FAD59C31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FE213B-682F-4838-BF55-D40F46BC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49C30C-303B-428C-BD30-7A32DA0E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교과서 GoF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3F3624-0BD5-488B-8885-1C9427D1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Reservation / ReservationState / Concrete classes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E1D343-105E-431D-AC91-11A35016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5D31E3-81B5-4787-9C1A-C0AB302D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88D3D5-3825-4502-9DCC-E1F87F2F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우리 구현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7483CA-4FEB-4CDA-9C7B-BFDA6CEF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AbstractReservationState + 8 states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1ABC27-6939-4D8A-B76F-2643EBFC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C39E3F-D4FE-4012-8CA8-8045805C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Reservation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37E343-104C-4D10-8689-0CFB1EB5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4B6D17-0006-410C-A704-E9FD0B86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ReservationState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329E23-5C72-44FF-B37B-110FB299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781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19766E-A3E2-4D29-A02A-6EC03DB9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6D6BFC-C081-4AAD-909D-44AE8AA6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19625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C18DDA-3B48-4D85-8DB5-555F0DBA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4714875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Concrete...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889817-8E58-4280-BF0D-2DE205E9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337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A2464D-EF6C-4FB2-A9E1-5A719CEA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29000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AbstractReservationState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D28B71-B11B-4802-9EDF-E59650D6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33750"/>
            <a:ext cx="152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C7A46A-329C-467B-9E92-FE3142690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29000"/>
            <a:ext cx="1371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currentState.processPayment(this)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377DB2-E7A8-4DA9-AF6A-481F9569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F3396B-0D09-4221-A639-F8DF7FB6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C0123B-9BC5-44E4-A7B6-42B46D99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19625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D9C258-82EB-45EF-A15B-CF03ECF2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148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setState(next)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DDF8BF-3703-4945-9492-1AA9CF6E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15000"/>
            <a:ext cx="419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Ctrl+F: ReservationState / AbstractReservationState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4BD496-9439-4A1B-8A07-6F147FA5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EB9C48-B477-4CA4-80F9-5E8E6818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2D4959-7AF5-4209-841D-16830E7A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09 / 29</a:t>
            </a:r>
          </a:p>
        </p:txBody>
      </p:sp>
    </p:spTree>
    <p:extLst>
      <p:ext uri="{BB962C8B-B14F-4D97-AF65-F5344CB8AC3E}">
        <p14:creationId xmlns:p14="http://schemas.microsoft.com/office/powerpoint/2010/main" val="105626164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C23FBB-6EF3-4A52-8C89-C9BB7A30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CCA19-42ED-4F9E-BFCC-13E28384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DP#1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EB3307-E747-4C96-B520-4288F7C2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C69300-556A-46AB-BA8B-726D8641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코드에서 원 구성도 역할 표시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2BC5EF-B705-431D-BBBE-098F3B2F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코드 전체가 아니라 역할이 드러나는 부분만 보여준다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C24A85-E953-4708-9885-E79BEE89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6096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DCFED8-7E75-485F-B61D-D27CF6200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7900"/>
            <a:ext cx="579120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class Reservation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private ReservationState currentState;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void processPayment()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  currentState.processPayment(this);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abstract class AbstractReservationState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implements ReservationState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void processPayment(Reservation r)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  throw new InvalidStateTransitionException(...);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CA8409-C9F3-4708-8CD1-BFE7B643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EF2324-0D5C-4923-A471-32E8B191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8C956F-B3A9-43F0-BAB2-BBF89906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479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8992D5-8D15-4A3E-8CFA-77231238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717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Reservation = Context/Component/Creator</a:t>
            </a:r>
          </a:p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ReservationState = interface 또는 핵심 method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E40AA3-77CF-4E65-8E26-59FDB6E4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ABCA2A-8172-41CC-A7DA-7B5EA9CA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21EEED-1624-4261-BA44-BFB78195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9565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rPr>
              <a:t>흐름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7DFD9F-A98B-46C3-A169-80615BEA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1950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currentState.processPayment(this) → setState(next)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B19A56-581D-4C0B-9C10-D605CC12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63FAF5-0DF0-47A6-8BE9-2F486AA3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C80E2A-4BE7-402C-985E-0011A5D6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434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시연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850EAF-2849-4B00-ABF0-779279A4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672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ReservationState / AbstractReservationState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866627-69F4-4472-AFE0-E75FF1EE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B85499-8B4C-45E2-ADBC-3539F667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C0C2FC-A6C3-4936-B50E-A53BE072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10 / 29</a:t>
            </a:r>
          </a:p>
        </p:txBody>
      </p:sp>
    </p:spTree>
    <p:extLst>
      <p:ext uri="{BB962C8B-B14F-4D97-AF65-F5344CB8AC3E}">
        <p14:creationId xmlns:p14="http://schemas.microsoft.com/office/powerpoint/2010/main" val="132823575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C9AB14-2B1E-4F96-9985-5A19DA86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CCCA5-6F8C-4B8C-BBAB-EE84853A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DP#2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0648ED-E4C6-4669-8FAE-A1AEF027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239E80-64F4-4C57-A7EF-C24925BA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교과서 구조 vs 우리 팀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EFD643-5C3C-43BF-89A4-971611F7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지침서 요구: 해당 디자인패턴 클래스다이어그램과 팀 구현 비교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07299-50A4-4E1A-89E4-87BDE39D9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A7A5C3-76FB-4A8C-BFC0-9F0BBD28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83A36-B9DF-4399-8F98-03BFA401E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교과서 GoF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3E26CA-BDBB-4B02-B4DE-55AF5C95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RefundHandler / RefundPolicy / Concrete classes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874D49-DCFF-484A-82F2-D3E91240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563BE4-1A3B-41C8-BA76-F82AA00E9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A68033-1D5E-45C9-9CF1-BBB83575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우리 구현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D3E799-06A5-4889-B3BB-83A0D529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Full / Partial / NoRefundPolicy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A89130-D345-465B-8D77-28526D2B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F7B160-1A4C-443B-9648-7EEABB3F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RefundHandler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548D25-93DF-4C70-BF2C-3FA011D5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58650A-F7C3-40E7-839E-F4AB83097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RefundPolicy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FE10B9-AFB7-4346-8739-E7640F25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781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E60612-FF7A-4FF3-B577-20EAFE55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ECD80F-5A8D-40DA-9A11-3BDDDB6B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19625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40B43B-2C13-4507-BECC-F307AFFC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4714875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Concrete...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4ECF39-FACC-4430-86B9-22480483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337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CB0A6C-4ABF-4486-9537-3541871D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29000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Full / Partial / NoRefundPolicy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C8C87A-E2F1-4EB3-99A1-007A7AD1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33750"/>
            <a:ext cx="152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A690B2-05EC-4BDF-8DAC-344029B3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29000"/>
            <a:ext cx="1371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policy.calculateRefundAmount(paid)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E672DA-88D8-4482-9EAD-22F337A1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B753B0-C8BC-4B9C-8231-2568C307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85FD63-42A2-42EA-85C6-71B5C317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19625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82883C-9D66-4298-A07F-B8E22B8B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148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RefundPolicy / calculateRefundAmount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6023BE-8EF3-455C-8770-90D38E20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15000"/>
            <a:ext cx="419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Ctrl+F: RefundPolicy / calculateRefundAmount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BA45E65-40EB-4A2E-9415-F33855EC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7D0777-9E91-4C2F-B8E5-9EFE1D09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AA96DD3-8614-4EAC-9206-2C25F580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11 / 29</a:t>
            </a:r>
          </a:p>
        </p:txBody>
      </p:sp>
    </p:spTree>
    <p:extLst>
      <p:ext uri="{BB962C8B-B14F-4D97-AF65-F5344CB8AC3E}">
        <p14:creationId xmlns:p14="http://schemas.microsoft.com/office/powerpoint/2010/main" val="48055292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A84689-4362-4E64-ABC3-356E7F90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B22431-7D7E-4893-A243-ED517330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DP#2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D369FF-AD41-41BA-94C5-DFB6C4A1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215016-D78D-413A-97E9-DF3E99693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코드에서 원 구성도 역할 표시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DA43FB-2602-4EC0-8787-47493C43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코드 전체가 아니라 역할이 드러나는 부분만 보여준다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E0153-4840-442A-908A-C1DBC591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6096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36CA30-DFCF-4BA2-B3AF-9DDF508A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7900"/>
            <a:ext cx="579120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interface RefundPolicy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BigDecimal calculateRefundAmount(BigDecimal paid);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class RefundHandler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RefundRequest evaluateRefund(...)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  RefundPolicy p = fareRule.checkRefundPolicy();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  return request(p.calculateRefundAmount(paid));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28C19-0538-4F62-8DF3-79385335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FF57FB-DD74-4C12-9175-C07C75A0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606828-B53A-4CF3-B346-727BA743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479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C1182E-A5BB-48ED-B490-07B5BD99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717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RefundHandler = Context/Component/Creator</a:t>
            </a:r>
          </a:p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RefundPolicy = interface 또는 핵심 method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60E41A-9FF4-495E-A495-404C2303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457C9D-D816-4C88-B8B9-99C3CE02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EEB38B-80D1-4085-9BEB-30133611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9565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rPr>
              <a:t>흐름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64F38A-9F28-455C-BD63-3795A48A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1950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policy.calculateRefundAmount(paid)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26DC4B-A3D8-42A6-A257-7E4E755C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DF280C-7FB2-45BD-8184-4DFE6C7A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EB24B2-1F31-48AD-B6C1-F1677CCA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434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시연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A03E6D-1EE8-4BAD-819C-508D0AF9F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672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RefundPolicy / calculateRefundAmount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545CCF-0F75-4AD0-8BE3-0822FEE2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DDBCCB-40FB-4BAE-A199-2F839DF7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77F861-1504-44FC-9134-8F0F8E2F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12 / 29</a:t>
            </a:r>
          </a:p>
        </p:txBody>
      </p:sp>
    </p:spTree>
    <p:extLst>
      <p:ext uri="{BB962C8B-B14F-4D97-AF65-F5344CB8AC3E}">
        <p14:creationId xmlns:p14="http://schemas.microsoft.com/office/powerpoint/2010/main" val="30912601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6B65A6-006B-439C-8706-F4F2A2297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D24C74-8178-498D-B76B-9F0A9225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DP#3 OBSERVER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7D79A-F291-48FF-9962-3B9A4FB7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CDCDD7-74AB-4FA1-85F7-04E9E4B2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교과서 구조 vs 우리 팀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EBF05C-BD9C-495D-9935-58FFACBE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지침서 요구: 해당 디자인패턴 클래스다이어그램과 팀 구현 비교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06149C-3A39-4A61-AC41-6D9302D4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512725-6924-48C0-BB90-A26AF9D8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BA5F45-636D-4DC9-B088-052079E1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교과서 GoF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C1231-11A6-4628-A25B-522C06A3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EventPublisher / EventListener / Concrete classes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64DC14-74BF-416E-AA4A-4E61FC71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70CDEF-DE5B-4006-A202-4F2DFAC5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41A844-23F7-4CA5-87C4-5835CD6B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우리 구현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953D41-4488-4E9A-A69F-2304B5CD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TicketIssuedEvent + BusTicketPurchaseListener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28FDE9-447F-4B13-A7CC-89A160D0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2F6F2C-E413-400D-8C99-1EBEA1AC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EventPublisher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29074F-CE8E-4428-8A08-CF07F082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602C27-4F12-48E5-BD30-F3A8F871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EventListener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00D525-A9FD-49B4-A7D9-9361BADD5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781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A96BD1-AA51-44E4-80CC-B1E44F72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CE9E8B-5D02-4A62-8F38-B1E18A03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19625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A87351-53D6-45F8-AFB0-CAE544A1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4714875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Concrete...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9FD7E3-E77C-49D9-AA43-AFC97AD9F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337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C1E66B-1D76-44B5-8742-D6052D4D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29000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TicketIssuedEvent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55096E-6738-4BDA-A623-630692C6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33750"/>
            <a:ext cx="152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1DA80E-5C3C-4D66-98C1-EB3A7B6A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29000"/>
            <a:ext cx="1371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publish(event)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06670C-4903-4723-8139-C30951E5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592952-C7A8-43D4-A195-D84FBD25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659A7A-FA20-4107-8A3B-510D7939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19625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747FD-45DB-4429-A059-45732ED0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148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listener.onEvent(event)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79A405-7E57-47C9-ACA9-1C2408A7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15000"/>
            <a:ext cx="419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Ctrl+F: EventPublisher / BusTicketPurchaseListener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A417B0-6C06-4FBC-8DC4-C751A7B8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F27199A-5454-4CC4-90F8-CB3B28D3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631F37-6F09-4E62-AB88-B598124A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13 / 29</a:t>
            </a:r>
          </a:p>
        </p:txBody>
      </p:sp>
    </p:spTree>
    <p:extLst>
      <p:ext uri="{BB962C8B-B14F-4D97-AF65-F5344CB8AC3E}">
        <p14:creationId xmlns:p14="http://schemas.microsoft.com/office/powerpoint/2010/main" val="111583375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B23CB7-325B-4D69-8001-065D64D8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CE27F2-AC97-4A99-8EF3-A2632A73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DP#3 OBSERVER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C7FD75-1549-4283-8598-618EAD44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D8B1A2-D985-4AA1-BF3A-375215DA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코드에서 원 구성도 역할 표시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27472A-0708-404E-B150-ED7FFEA8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코드 전체가 아니라 역할이 드러나는 부분만 보여준다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AD0B4-3F5D-4380-9D9F-F88264D8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6096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BBDABF-6B5D-490C-A2BA-D3A20C97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7900"/>
            <a:ext cx="579120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class EventPublisher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void publish(DomainEvent e)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  for (EventListener l : listeners) l.onEvent(e);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class BusTicketPurchaseListener implements EventListener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void onEvent(DomainEvent e) { issuePremiumTicket(...); 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5D58A6-1501-49F9-BAAA-81086B2CE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134DEE-0CC6-4AF4-9414-4AAE8453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DDADBB-31DD-4E37-8D7F-43DA27D0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479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8620D7-C16F-4B58-BF5A-ADAA0D9A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717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EventPublisher = Context/Component/Creator</a:t>
            </a:r>
          </a:p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EventListener = interface 또는 핵심 method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2B28BD-358B-411D-AE0B-10600DD5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EFF62F-A727-4EF7-880A-6E55FD02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AE70BB-B712-44C7-9A3E-0C7E64CE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9565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rPr>
              <a:t>흐름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9419C6-8190-4126-BF2B-215E3CF7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1950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publish(event) → listener.onEvent(event)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577EFF-587F-4F3B-94B5-7C2FA34F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7F989A-683D-427F-A171-5ACDBDB6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801AE9-0C8A-462A-91A2-F27BD5BF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434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시연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F3C9D4-E1C8-4C48-9C2A-1749A5AC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672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EventPublisher / BusTicketPurchaseListener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D740D1-512F-4614-8FD9-987C8119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ACA908-DA0D-49ED-A357-BB98874E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6AAC75-415A-4B03-9C86-FEDE3B26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14 / 29</a:t>
            </a:r>
          </a:p>
        </p:txBody>
      </p:sp>
    </p:spTree>
    <p:extLst>
      <p:ext uri="{BB962C8B-B14F-4D97-AF65-F5344CB8AC3E}">
        <p14:creationId xmlns:p14="http://schemas.microsoft.com/office/powerpoint/2010/main" val="117008541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87A8F1-7D2D-4EC9-9C64-53F015C4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B1F2B9-2E5E-4D2E-80C7-5BA8D966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DP#4 COMPOSITE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3AB488-EC91-4CD9-8764-DB463269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ACD2CA-3630-4E3C-8CF2-48548A159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교과서 구조 vs 우리 팀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DD52A3-8773-42B9-AED6-B6E52165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지침서 요구: 해당 디자인패턴 클래스다이어그램과 팀 구현 비교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9A58D7-D6A1-41DC-A01E-F66C48DA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FCC7F5-2F43-448C-8354-64792263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10445C-1134-4C09-9081-B06B5CAB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교과서 GoF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B5928E-36D9-436F-AD69-5F88A6D1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AirportLocation / Airport / Concrete classes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266212-A8A7-4E88-B7E2-D3CDAAE9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6D483-DBC7-4A77-B5C8-A4E87328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769E8C-E9D5-4D0B-A913-FD83B725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우리 구현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DCB8D7-BE78-4D8B-A577-A8871FE6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AirportCity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582535-369B-4899-B30C-684B14C0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68C147-C36A-44D3-9D30-EDF20D1E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AirportLocation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D2DE55-EA84-4F7A-9211-6F59C8F0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3ECF1C-17EA-48DB-8D58-9480169A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Airport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AD200C-1D4C-4252-811C-7B13DFF5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781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DAB8AB-3BFE-4729-8499-62833E12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A3961B-C586-4330-AC7A-5055BB5E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19625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BAFF4B-EB81-4693-BE8D-9B19B248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4714875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Concrete...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B6CCE3-2487-4044-BD22-80EF59F3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337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6E2E9E-74A0-4703-9862-5FA0C98E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29000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AirportCity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57865B-55DE-481B-8AF4-2137AC87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33750"/>
            <a:ext cx="152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75B726-CB49-43FD-85F6-5A236660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29000"/>
            <a:ext cx="1371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resolve("TYO").getAirports()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C66EC0-2752-4AB4-9ADE-0B13A241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9A51BE-4FF3-4976-ABD2-C8705EA5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8FF5EA-936B-4B7B-B67A-600CA0ED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19625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C2E1F3-670A-42F7-8790-BCD4C966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148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AirportLocation / AirportCity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3919F0-09FD-4104-87CF-C264635C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15000"/>
            <a:ext cx="419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Ctrl+F: AirportLocation / AirportCity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83093B-B23D-4AF0-AFB3-F9CEC23A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BB603F-DC53-4084-AF9A-C6C47D74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28B5F9-34B4-45D1-B7A1-C4053183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15 / 29</a:t>
            </a:r>
          </a:p>
        </p:txBody>
      </p:sp>
    </p:spTree>
    <p:extLst>
      <p:ext uri="{BB962C8B-B14F-4D97-AF65-F5344CB8AC3E}">
        <p14:creationId xmlns:p14="http://schemas.microsoft.com/office/powerpoint/2010/main" val="78848085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AE0E2E-A390-4385-A60A-92D14749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313CA4-607C-4DD9-9C0B-97DD0FB2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DP#4 COMPOSITE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23B73C-D0BA-45EF-A4DF-B96A120C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529DBD-F75F-4E56-BF49-69716606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코드에서 원 구성도 역할 표시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1E3FC2-D777-4C77-B781-2A13E06E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코드 전체가 아니라 역할이 드러나는 부분만 보여준다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D3EC4B-8044-469B-9914-97537BF6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6096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81090-33AA-4B69-8BBA-8D971324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7900"/>
            <a:ext cx="579120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interface AirportLocation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List&lt;Airport&gt; getAirports();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class Airport implements AirportLocation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List&lt;Airport&gt; getAirports() { return List.of(this); 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class AirportCity implements AirportLocation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List&lt;Airport&gt; getAirports() { return airports; 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6AF92-50C9-48AD-8638-D2016B88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FA4E94-1539-459D-8FC8-049B9068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B2C2AD-22EB-41B6-AD87-B769DB77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479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7DFB69-327F-4C5B-A2BB-A7E1F414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717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AirportLocation = Context/Component/Creator</a:t>
            </a:r>
          </a:p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Airport = interface 또는 핵심 method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3E7726-2AAE-4BC2-849E-6A646283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283F5-E70E-4E4B-B81F-AFBF8F37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882EDE-F51D-43BE-AF81-02F40DE7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9565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rPr>
              <a:t>흐름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0AB925-3FD7-4194-BABA-1B37BB88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1950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resolve("TYO").getAirports()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17893C-3BCD-49ED-A7AF-CB920048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C10F83-9726-4409-B630-24927500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595E83-1554-4BB2-9FAA-437D1559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434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시연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358A02-1C0B-44A4-9351-45BC2CFF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672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AirportLocation / AirportCity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EAB245-D3DF-438B-8C90-7493989B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689536-35BB-42F4-B2A1-B317EFBA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499EBB-1CCD-43D7-9E0A-9207E17D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16 / 29</a:t>
            </a:r>
          </a:p>
        </p:txBody>
      </p:sp>
    </p:spTree>
    <p:extLst>
      <p:ext uri="{BB962C8B-B14F-4D97-AF65-F5344CB8AC3E}">
        <p14:creationId xmlns:p14="http://schemas.microsoft.com/office/powerpoint/2010/main" val="49994229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572606-4B16-4D17-851A-FEF782A2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080604-15A4-48C2-A862-82DF5BA2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DP#5 SINGLETON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CAC90C-DA60-4ECA-9FCF-3F40040F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BC3DFF-CA9E-4ED6-8F5F-82387E27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교과서 구조 vs 우리 팀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F1A394-2EF5-457F-B2A7-345B5073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지침서 요구: 해당 디자인패턴 클래스다이어그램과 팀 구현 비교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DD9C2-B8AB-40D6-8082-E5E11203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FC20BA-D658-4002-A752-C4B85DCE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70BC2-0D65-4DEE-B9A1-FA5632FF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교과서 GoF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6F4988-A8E7-426A-ADAB-3629B2B3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AppConfig / getInstance() / Concrete classes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5FC0A5-3166-4526-9BD6-53451660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F25E86-6DF3-443F-9390-C8F3E214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5C63AE-9434-4C43-BFFC-9C30687A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우리 구현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A5A89E-4028-4E4A-AEF1-D94BE13B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font/currency/theme listeners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06C688-0F62-4C45-A5F0-E31FE422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4F5425-4AED-4324-822B-A8B83A08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AppConfig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576C3B-983F-4A2F-99CB-2DC6146A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C41AB5-4187-4576-90B0-C2C420D8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getInstance()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80C82F-A2A8-4E87-A17B-D8B2F5D8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781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E2C497-FD2F-4D57-80DF-DE16B144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15CA92-6378-40B0-8D59-D89755AB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19625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D07308-F276-4C29-B25F-960FCE26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4714875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Concrete...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1856D4-D493-4630-9A13-9B188AD7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337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F49048-3792-480E-B0CC-8B5B9CEE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29000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font/currency/theme listeners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259ED3-EC02-45D2-B2E2-A08766D2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33750"/>
            <a:ext cx="152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1E69F5-AA1C-4161-A59B-554DDE9D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29000"/>
            <a:ext cx="1371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setFontScale()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B7FF91-3DBB-435C-8BAD-0D2AA525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BD0DD0-9336-4377-8278-1EDFFFA7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C561CF-6AC5-4848-AD67-61FA826C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19625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F41CE6-A80B-48FD-8CCD-C52D0156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148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notifyListeners()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FD4CEB-CE55-472F-A130-79296EFA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15000"/>
            <a:ext cx="419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Ctrl+F: AppConfig / getInstance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18AA0C-5A04-43CA-AF84-9B39C1BA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C38CA5-1EFC-4206-9D41-B2923ECD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9EA266-6685-4B6D-8E9E-DC56A19C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17 / 29</a:t>
            </a:r>
          </a:p>
        </p:txBody>
      </p:sp>
    </p:spTree>
    <p:extLst>
      <p:ext uri="{BB962C8B-B14F-4D97-AF65-F5344CB8AC3E}">
        <p14:creationId xmlns:p14="http://schemas.microsoft.com/office/powerpoint/2010/main" val="60624105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5D1201-1BDB-4B18-88FC-77B3EEB8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DA32A4-EE98-4F4C-9EFE-C355342E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DP#5 SINGLETON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6B9931-7232-4830-AED5-BC5CA10E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ABEF02-5093-49F1-9B20-3FA4C9CA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코드에서 원 구성도 역할 표시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80C988-9069-42D4-B2D8-5E79012D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코드 전체가 아니라 역할이 드러나는 부분만 보여준다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7156B5-B738-40F4-857E-77FE3D14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6096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24909E-B406-46F3-A9E4-02303ACA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7900"/>
            <a:ext cx="579120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public final class AppConfig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private static volatile AppConfig instance;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private AppConfig() {}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static AppConfig getInstance() { ... 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void setFontScale(double v)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  fontScale = v; notifyListeners();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B95D7-68E5-4A3D-9CC2-18C9F344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4ABA7E-82BB-434F-ADAB-B0386DA1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9CE819-713E-4C3B-9C75-8E042EE8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479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80CC2E-8BA8-412E-B024-CAD963C0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717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AppConfig = Context/Component/Creator</a:t>
            </a:r>
          </a:p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getInstance() = interface 또는 핵심 method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450C59-A800-4831-9A69-46237470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9C6425-408F-467E-A4CA-ABC02804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281900-20FA-472E-966D-206A356F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9565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rPr>
              <a:t>흐름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F27B51-4AC8-457B-A655-58514C305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1950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setFontScale() → notifyListeners()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36B9EC-E915-4AB0-8B5C-93E9F6FD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F167B0-EF04-49EA-AE5E-E8F91190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F7FF00-8412-4257-A462-AC8B60DF3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434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시연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D8F9A0-1356-4E81-8220-4E953284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672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AppConfig / getInstance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F047A6-16DA-49A4-85DF-BF53CF20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DEB317-A357-4C7F-A2C6-4A9E5602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EFCDF2-EC5C-4C72-B47F-D840050BE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18 / 29</a:t>
            </a:r>
          </a:p>
        </p:txBody>
      </p:sp>
    </p:spTree>
    <p:extLst>
      <p:ext uri="{BB962C8B-B14F-4D97-AF65-F5344CB8AC3E}">
        <p14:creationId xmlns:p14="http://schemas.microsoft.com/office/powerpoint/2010/main" val="166237893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C926D4-817F-41FD-8665-8235B724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2678F9-0976-4293-BC87-04062057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DP#6 FACTORY METHOD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F658E7-9997-483E-BE14-B28B24F4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EB1D88-D4A0-47B6-B7F9-A2325BEF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교과서 구조 vs 우리 팀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3B339F-E0C3-43F0-A2C6-045A0CC3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지침서 요구: 해당 디자인패턴 클래스다이어그램과 팀 구현 비교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B9DDCA-5731-4492-B68C-7F160ABC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B8A856-12D4-4699-9D0E-ECC05E39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16DD0A-457F-4A8F-9724-0623E180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교과서 GoF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9782D-BC79-4670-91BF-5A0878A0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PaymentMethodProcessor / createPayment() / Concrete classes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A8F857-6760-48B3-A7A0-9A64102D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7C743C-343C-4113-8FAC-F729145D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48F421-6C3F-4590-ACC0-0272A05C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우리 구현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D715B0-3B31-455B-A576-48EEFCCFD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KakaoPay/Mileage processors + ItineraryFactory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B40FD6-C250-42A5-ADA2-7701FF15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959244-3933-42BA-A331-C55225EB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PaymentMethodProcessor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D98DA-4EAC-4172-8235-4BDDB712C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10EAAA-7895-46EC-A32B-34A7D038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createPayment()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03112F-48D0-4C0A-87DF-E8323915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781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161298-FFBB-42D8-A7AC-7A600B5F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E2A947-2B0A-4949-BD68-0D706367E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19625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4E8728-B0CF-42E4-AEC7-83C1C54E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4714875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Concrete...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3FEA48-F610-445F-B33E-932DDE86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337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00E98D-B537-43CE-ACF6-0D498028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29000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KakaoPay/Mileage processors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AA7614-FEA9-46E4-A9B7-C93E3E07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33750"/>
            <a:ext cx="152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EF3AF7-89CC-4C6B-92BB-E112B06A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29000"/>
            <a:ext cx="1371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processCharge()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624AE5-D7A9-4E0F-96A5-F5C984D60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27C8FE-7324-4CC4-94D8-017F8B14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A2587C-8200-422E-B9D9-8FBE2F8C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19625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7BB780-A99F-47B4-ABB6-576D5FC4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148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createPayment(amount)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3A44D9-3356-44DB-932D-86F1648D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15000"/>
            <a:ext cx="419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Ctrl+F: PaymentMethodProcessor / ItineraryFactory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EAAA45-1179-416B-8735-4EC10387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465C85-A996-487B-A1B6-D04005FE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0F4AD0-FE00-4079-8803-8A6FB4260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19 / 29</a:t>
            </a:r>
          </a:p>
        </p:txBody>
      </p:sp>
    </p:spTree>
    <p:extLst>
      <p:ext uri="{BB962C8B-B14F-4D97-AF65-F5344CB8AC3E}">
        <p14:creationId xmlns:p14="http://schemas.microsoft.com/office/powerpoint/2010/main" val="57548845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25F8C0-0470-4587-877E-8AFDD553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DBF840-B1BA-48F3-8022-09CBF2AA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DP#6 FACTORY METHOD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FB7F87-E474-418D-847F-0568E710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2A35A3-9993-4F7C-ADD9-39B99477C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코드에서 원 구성도 역할 표시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117994-B786-4B91-842F-8ADF3C02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코드 전체가 아니라 역할이 드러나는 부분만 보여준다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EF94C7-430C-4C24-9A65-885B7050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6096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A8FE8F-3349-4E66-8A96-2ECC6AD4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7900"/>
            <a:ext cx="579120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abstract class PaymentMethodProcessor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final Payment processCharge(long amount, String pnr)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  Payment p = createPayment(amount);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  if (authorize(p)) p.pay();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  return p;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protected abstract Payment createPayment(long amount);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7D7E04-40CC-4E1D-AF28-F2226340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8C08C1-4371-4099-8F5D-F3F9ED46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EABB42-97B1-41F4-BD9A-79CB7453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479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8A1B4-3C34-40C8-96F2-3F068143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717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PaymentMethodProcessor = Context/Component/Creator</a:t>
            </a:r>
          </a:p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createPayment() = interface 또는 핵심 method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246F3C-5615-4FD4-A2B1-02ABBC30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8D9E33-46C2-42FD-B50B-51FE28E9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B84425-8CB6-4675-B413-9567A305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9565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rPr>
              <a:t>흐름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918732-0A55-4B8E-A352-2450A2FD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1950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processCharge() → createPayment(amount)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76B21E-2EA9-417D-B315-FA6166B8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D9AC61-53E8-4B9F-838C-AB142955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506C40-7A07-4F6D-BB91-A25DDCFC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434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시연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E4DAC7-17A4-42EE-9AAD-95C7ED2E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672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PaymentMethodProcessor / ItineraryFactory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F027E0-41B5-45D9-AB96-581B7370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1527E6-F848-4386-9FE9-0EE52D301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D5D0CF-3040-4E13-A56D-20432F43C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20 / 29</a:t>
            </a:r>
          </a:p>
        </p:txBody>
      </p:sp>
    </p:spTree>
    <p:extLst>
      <p:ext uri="{BB962C8B-B14F-4D97-AF65-F5344CB8AC3E}">
        <p14:creationId xmlns:p14="http://schemas.microsoft.com/office/powerpoint/2010/main" val="155253177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994B60-3493-41E9-B649-2B551CE5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36FE8-93B6-4F84-8B97-0B6DDB62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DP#7 TEMPLATE METHOD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09195C-1C58-48CE-93D2-A6F74534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583B1-07DD-44B5-9E57-EF9C9D8E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교과서 구조 vs 우리 팀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91215-8CA7-4CCE-BCF5-729DE495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지침서 요구: 해당 디자인패턴 클래스다이어그램과 팀 구현 비교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FC042-1097-482A-86B2-C298C669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0226F2-41CF-4624-9279-782AA49F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449648-68C5-4AE2-9ADF-0C0FF606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교과서 GoF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04DAF1-CB32-42CB-93FF-F1D37EB31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TicketRenderer / final render() / Concrete classes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A2973F-B97B-4E3D-9D79-C49F455DB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CCB152-C672-474E-A44A-A07A8FC1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4E4FC2-9C70-41A7-8DD3-57747C3D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우리 구현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877DBA-31ED-43BE-91D3-783817C2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PlainText / HTML / BoardingPass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C60DC4-52B1-4365-9548-5A930981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E4665F-8C0D-4610-A8C5-57F71260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TicketRenderer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73B7D9-4EF4-4A48-9DF0-88AE45C5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DED61A-1F8C-46C0-98BA-8735C1F6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final render()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031A58-DC43-4C6B-B077-50940918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781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75EE28-D3DC-4082-81E9-14397D0B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C0C2DC-7C89-47CE-A1E0-AAAC25941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19625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1CA026-C92D-43C6-9DBD-741B4FD7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4714875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Concrete...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70DF01-DF5A-4ECF-9A3D-346CD7FC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337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318CFB-29BA-4683-8B6A-452BFE8C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29000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PlainText / HTML / BoardingPass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272B7C-EA1B-4E5F-8191-275FFBC2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33750"/>
            <a:ext cx="152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B4D85D-088B-411A-B6F8-3A5B9904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29000"/>
            <a:ext cx="1371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render()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F17218-C54D-41F3-97D2-883B58E1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05B1EB-5381-475A-B897-815711F7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727D3F-E2BE-4664-9BF9-174B0F91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19625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B337EC-C30B-497A-9586-C26BC966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148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header/body/footer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2558E8-400F-47CD-9B3D-6C0BAC80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15000"/>
            <a:ext cx="419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Ctrl+F: TicketRenderer / render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B7456D-F309-4728-BFC6-4C0B77F94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8C660F-597D-4965-9068-56C85A1B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151189-3E69-4601-BF6B-215810E4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21 / 29</a:t>
            </a:r>
          </a:p>
        </p:txBody>
      </p:sp>
    </p:spTree>
    <p:extLst>
      <p:ext uri="{BB962C8B-B14F-4D97-AF65-F5344CB8AC3E}">
        <p14:creationId xmlns:p14="http://schemas.microsoft.com/office/powerpoint/2010/main" val="707732905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D06267-CD4D-41C0-8F43-D30F35E3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15967-406D-45A1-AA0E-E9F4628E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DP#7 TEMPLATE METHOD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BAEF36-1C58-4A4D-A453-5D7E2B67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203873-E4B8-4444-A9D4-2CE7C687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코드에서 원 구성도 역할 표시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27F4A1-79EE-4E8F-B281-5703B3197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코드 전체가 아니라 역할이 드러나는 부분만 보여준다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92820D-CF11-4C3F-BD58-87F0FCFD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6096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FF6726-2784-45A0-B2B1-409DFADA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7900"/>
            <a:ext cx="579120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abstract class TicketRenderer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public final String render(Reservation r, Ticket t)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  return header(r,t) + body(r,t) + footer(r,t);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protected abstract String header(...);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protected abstract String body(...);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3BAFF-2C31-4000-8821-C129FFDF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F6FAA-F757-43FB-ACDA-F7F504F7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E13D9F-16BC-4C3E-A278-18524217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479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200EA0-4417-44FB-BAC8-5E8123C6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717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TicketRenderer = Context/Component/Creator</a:t>
            </a:r>
          </a:p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final render() = interface 또는 핵심 method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2EBB08-F6A1-43BD-BC18-AC15563D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A8F8A5-F4F8-4923-BA6C-F970C51B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370560-7A4B-4BE8-8B9B-05793159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9565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rPr>
              <a:t>흐름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7734F5-1733-4CF3-BC60-7A208872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1950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render() → header/body/footer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06F152-7805-40D3-B58E-6AA60982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5BB9BF-C417-4F95-9FB1-4679B867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FBDF7D-FC7C-42BC-92A6-7E245634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434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시연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17083C-582F-4AA3-A58A-3C06FA01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672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TicketRenderer / render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46DDCD-3165-42AC-82C4-F1A4C0DC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E7DF0E-EA0C-48F6-9273-5D8EA08D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C75DDC-784A-4B55-A8A6-CD1DA1FE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22 / 29</a:t>
            </a:r>
          </a:p>
        </p:txBody>
      </p:sp>
    </p:spTree>
    <p:extLst>
      <p:ext uri="{BB962C8B-B14F-4D97-AF65-F5344CB8AC3E}">
        <p14:creationId xmlns:p14="http://schemas.microsoft.com/office/powerpoint/2010/main" val="1560752214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1897F1-2FF3-41E6-9F87-55D970B7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48C424-A065-4787-98BE-18BCB0AC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DP#8 ADAPTER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993303-8CC1-4EB1-9AAF-320BFCAA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B3A50B-9BE3-41A3-B6B5-C8127AAC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교과서 구조 vs 우리 팀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608545-0C54-4E5F-B7A5-A44BEA69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지침서 요구: 해당 디자인패턴 클래스다이어그램과 팀 구현 비교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597966-660E-4C5A-B100-7C03C0C8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CEF5F1-9E8C-4B05-BDF6-67AFABB5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A615E5-66D2-437A-98D9-BBD4C06A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교과서 GoF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C7C8D6-8C2D-4D86-B4A7-6A318F4C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SkypassInterface / SkypassAdapter / Concrete classes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B7F20E-87F7-4957-9B85-C979DD71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62715-E4EE-48F8-868C-57D68F69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EA40E1-A1B4-4068-9228-C4C129DA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우리 구현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9AACE6-3190-4C20-BE35-90AD25CA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RemoteSkypassApi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65E36C-582A-4958-95D9-B706991D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994CE8-9E81-47EA-B35E-CFFF37AF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SkypassInterface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994D4D-C08A-4041-A1D7-0D66B6C5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722A20-E1A8-4D8D-8C52-C47B32F0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SkypassAdapter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787D57-C29E-4FBC-8CDE-FE2F3A28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781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2A14FB-1EE0-4220-9EAB-FB377AD7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91F03C-7816-4ED5-9094-8FE52BC0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19625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59AE43-A82B-48B9-84F3-27BF9CFD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4714875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Concrete...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A2EECB-AD31-40C4-AB60-78168FCD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337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F49610-5E75-4BFE-BA06-9E5CA6FBC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29000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RemoteSkypassApi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6F74CC-3A1D-4B48-884A-38EA2595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33750"/>
            <a:ext cx="152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B7B0F9-FEEC-4B80-A8F3-5E71A1EA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29000"/>
            <a:ext cx="1371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UI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866C94-51A0-430D-9910-37070F14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D91C5F-174C-48A9-9978-C82B85B9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4C6FCB-B55B-477E-A827-4F092ECC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19625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6A94FD-239B-4DD6-BA0E-C5AC4CBE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148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Target → Adapter → external API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A963AA-E14E-4145-9FCA-99E593D6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15000"/>
            <a:ext cx="419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Ctrl+F: SkypassAdapter / RemoteSkypassApi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88F85D-7A2A-4B5B-A245-9210E32E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D096B2-BF2C-47BA-8DB4-DBF8534F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37D616-0CDE-4592-B5C6-C9EE64AA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23 / 29</a:t>
            </a:r>
          </a:p>
        </p:txBody>
      </p:sp>
    </p:spTree>
    <p:extLst>
      <p:ext uri="{BB962C8B-B14F-4D97-AF65-F5344CB8AC3E}">
        <p14:creationId xmlns:p14="http://schemas.microsoft.com/office/powerpoint/2010/main" val="74507947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26F950-5229-41C5-93DB-D6C14564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BF1E32-6287-415A-BF3C-D6189F5F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DP#8 ADAPTER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0F54CD-9170-4C0B-A664-07C07B53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E0296E-6EA9-4FE1-9304-28DAC53F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코드에서 원 구성도 역할 표시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CD0A5-80C6-435E-BE09-70D879B7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코드 전체가 아니라 역할이 드러나는 부분만 보여준다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73A13F-9F20-494A-ABB8-97F66B78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6096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B6D986-35F7-4367-B4AF-EF471167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7900"/>
            <a:ext cx="579120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class SkypassAdapter implements SkypassInterface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private final RemoteSkypassApi remote;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int getMileageBalance(String no) {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  Map&lt;String,Object&gt; res = remote.getMileage(no);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  return (Integer) res.get("balance");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  }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C0F357-CF73-4404-B128-C95C7D7C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CE23F2-FE3F-4F27-B9F5-F0981891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361AA0-2B2B-4AF1-B51A-31C4E796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479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05109D-DF5A-4F8B-855E-2A62154C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717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SkypassInterface = Context/Component/Creator</a:t>
            </a:r>
          </a:p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SkypassAdapter = interface 또는 핵심 method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16A12D-9195-46B1-9565-00CE6A3B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02E9C0-119B-45D4-A796-D30C7D5C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FE2A5F-AC9F-4136-8C65-24CB6B1C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9565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rPr>
              <a:t>흐름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EC4BE2-FA46-4B85-919E-B7EB8AF1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1950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UI → Target → Adapter → external 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6A4CDD-2321-4B31-94E1-916DABA7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10AC56-9A32-4307-9263-EE98BB65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99DB8B-46C5-4A7D-BAE8-354B85134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434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시연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1E1A67-E18C-4611-8574-1F29D6AA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672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SkypassAdapter / RemoteSkypassApi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41EDA2-982B-42AF-8D6A-D9F44915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B8C62F-A13E-4F19-A20C-B8FD7C20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3738C5-863E-498A-A116-8D4CAECD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24 / 29</a:t>
            </a:r>
          </a:p>
        </p:txBody>
      </p:sp>
    </p:spTree>
    <p:extLst>
      <p:ext uri="{BB962C8B-B14F-4D97-AF65-F5344CB8AC3E}">
        <p14:creationId xmlns:p14="http://schemas.microsoft.com/office/powerpoint/2010/main" val="1694326314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4FCFD3-6D8C-4BD6-BEEE-D4942340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FD5062-BE93-4772-9C0A-DEB7D9E7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DP#9 DECORATOR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FE479A-17E4-4053-9BFB-F5942FEB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39E9C-0FCC-4C72-A357-35DBFC8B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교과서 구조 vs 우리 팀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21952A-E61B-4C85-9CA2-34F4288E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지침서 요구: 해당 디자인패턴 클래스다이어그램과 팀 구현 비교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75F6C2-3EB8-485F-8544-676F5B39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F2457-2BEA-4597-9C0C-2B1C02DA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22EC87-C711-41C5-9AB7-C5B66007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교과서 GoF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453D58-E56D-4B16-BB67-187CE7CC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SeatView / AbstractSeatDecorator / Concrete classes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66452-71B2-4B14-80E5-D3704FD9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3322C9-B707-4008-B386-FE346DC2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422FB6-C3DE-46CA-9882-0B6738A8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우리 구현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AE6887-49B6-42B4-B1CD-DC442C0B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76500"/>
            <a:ext cx="46101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Window/Aisle/Legroom/Lounge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83A51C-246C-41C0-9CD3-BCAE0C20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D87D9F-7A1E-403B-ACA4-C9BA0541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SeatView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B0F690-8522-4E60-8A69-B3C2A7C0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9B24AA-0523-4DC6-98B6-DD1A5A4F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2900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AbstractSeatDecorator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741B4C-4D3C-44DF-B5C9-F06FA698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781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D1DAE4-8967-4A2B-BEB6-EAAC322B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BED0ED-61ED-4D00-B3BA-F645E124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19625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64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E9CE96-78E5-4A2D-8AB0-DA789A4A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4714875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Concrete...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DEBAEB-B894-40B3-9FD7-72BD149C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337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1762CA-198B-4DF7-A570-E498927A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29000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Window/Aisle/Legroom/Lounge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A4AAB9-146C-462F-8B2E-18EA43CE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33750"/>
            <a:ext cx="152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871C9A-5C7F-499B-840C-4C09960C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29000"/>
            <a:ext cx="1371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base view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A07A78-38FE-4B01-B292-E7A0359D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99990F-6732-493B-B0D2-30F54D33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62350"/>
            <a:ext cx="76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F17290-E751-49E5-9AC2-46993FD1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19625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2D2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56062A-5E8B-4558-9813-3049AFC9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148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wrappers → surcharge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530EE6-0631-4FE2-A61D-24448CD4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15000"/>
            <a:ext cx="419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Ctrl+F: SeatView / AbstractSeatDecorator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21E649-CD09-49FA-AA8C-46F6CA8C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6E6B44-2DDD-4BD9-B5B8-29EE3BD6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504010-7D41-419E-9670-1FD841D7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25 / 29</a:t>
            </a:r>
          </a:p>
        </p:txBody>
      </p:sp>
    </p:spTree>
    <p:extLst>
      <p:ext uri="{BB962C8B-B14F-4D97-AF65-F5344CB8AC3E}">
        <p14:creationId xmlns:p14="http://schemas.microsoft.com/office/powerpoint/2010/main" val="119654607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987461-EBFF-45F7-ABA8-4BA55275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F7537-EFE6-4D1F-A04C-34B383A3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DP#9 DECORATOR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BE9E05-DCA1-4D36-97E1-7A80E147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E3AADF-7B06-4973-9C1D-9DF99F5E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코드에서 원 구성도 역할 표시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7AC4F5-CFC6-4298-9BA9-CA0DB8CC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코드 전체가 아니라 역할이 드러나는 부분만 보여준다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EAA424-CFE1-4AFE-BA37-9BA1FF09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6096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BA7A1E-EFA9-4781-9861-FB11409B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7900"/>
            <a:ext cx="579120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SeatView view = new SeatViewAdapter(seat);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if (isWindow(seat)) view = new WindowSeatDecorator(view);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if (legroom) view = new ExtraLegroomDecorator(view);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if (lounge) view = new LoungeAccessDecorator(view);</a:t>
            </a:r>
          </a:p>
          <a:p xmlns:a="http://schemas.openxmlformats.org/drawingml/2006/main">
            <a:pPr algn="l">
              <a:defRPr sz="900" b="0">
                <a:solidFill>
                  <a:srgbClr val="E5E7EB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5E7EB"/>
                </a:solidFill>
                <a:latin typeface="Menlo"/>
                <a:ea typeface="Menlo"/>
                <a:cs typeface="Menlo"/>
              </a:rPr>
              <a:t>ctx.setSeatSurcharge(view.getSurcharge().longValue());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3123C2-175F-4E31-9739-23894B93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F6E98-3DF8-46B1-828F-8C74AB89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9CCB11-4ED6-4B65-AD8E-AC42D5D8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479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106B50-EA93-4210-8041-5BDCB7E8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717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SeatView = Context/Component/Creator</a:t>
            </a:r>
          </a:p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AbstractSeatDecorator = interface 또는 핵심 method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0DFFB9-BD76-4746-AC6E-9AD2DD0B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19DED9-53E6-42E7-9CB0-CFFDE521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F2EEBA-BB52-44F7-ADE9-9C40312C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9565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8A68"/>
                </a:solidFill>
                <a:latin typeface="Apple SD Gothic Neo"/>
                <a:ea typeface="Apple SD Gothic Neo"/>
                <a:cs typeface="Apple SD Gothic Neo"/>
              </a:rPr>
              <a:t>흐름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9FAD40-57E7-4D33-9A67-5498F770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1950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base view → wrappers → surcharge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D6A3B6-91E2-4B2F-9926-95F60193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A27C4F-BEBF-4D34-93F2-A0636357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0BF989-5293-4251-AD7D-E805E802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43400"/>
            <a:ext cx="3371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2D20"/>
                </a:solidFill>
                <a:latin typeface="Apple SD Gothic Neo"/>
                <a:ea typeface="Apple SD Gothic Neo"/>
                <a:cs typeface="Apple SD Gothic Neo"/>
              </a:rPr>
              <a:t>시연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8CDCDB-1C7C-4737-8944-10F03884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67250"/>
            <a:ext cx="3371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SeatView / AbstractSeatDecorator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267938-29BA-4ADF-9057-EAEDEDDE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14BE1A-3D8D-4CFF-B0DD-25EED390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96013D-7164-44EB-9139-9CA4A307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26 / 29</a:t>
            </a:r>
          </a:p>
        </p:txBody>
      </p:sp>
    </p:spTree>
    <p:extLst>
      <p:ext uri="{BB962C8B-B14F-4D97-AF65-F5344CB8AC3E}">
        <p14:creationId xmlns:p14="http://schemas.microsoft.com/office/powerpoint/2010/main" val="185254825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8FFFD4-4F21-4CF5-A4B9-3AD80AEC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1FD8E3-3AE7-4ED7-8560-FB457F77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A4D068-C4B6-48F5-A19E-3E15ED5B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36BEEC-C528-49E8-9E72-CA1EED30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검증 및 수정 이력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939AAA-AA67-4E53-ADA8-4CF2E6FE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구현 완성도와 신뢰성 항목 대응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97E379-1504-4C53-9256-1AA19C93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1AEFEB-EF84-41E5-BB49-C2156B61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문제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AC336E-7601-4E9D-87C7-B7F57F9C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2098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위험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5F2593-B0F9-4371-9A5A-D333B9A8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098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수정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3181B4-86C0-4536-9D79-1609A45D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BA1E70-77B1-4D78-AF50-BFD88A3F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double refund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EC440D-834D-403B-83F2-219D3FAD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2890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환불 중복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6A14F0-9C1D-4C95-B5AC-7404A152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289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cancel path와 review path 분리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FAA7C0-BC6B-4D76-A7F3-4AB794D4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7E8B26-8C95-4AB2-A33D-A1C97642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fare hardcoding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818338-5077-4F8C-A1F1-3ACC3177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670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다구간 금액 오류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415AC2-E4A9-4CFC-A2CB-6D3E7F1E9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segment count 기반 계산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680CE9-937A-46A0-BB02-C8CA3F96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2A754-FEDD-4D9F-8C6E-E6A08642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0520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lookup 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A974F5-D910-4652-BB85-FE13F840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50520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예약 후 돌아가기 불편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F3826A-A21A-459B-A485-BF4CF2E9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052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상세/e-Ticket, 진행 재개 추가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1CCA54-F909-4515-BED8-941AFE73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48100"/>
            <a:ext cx="1000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10D6F7-B02F-45D0-8526-7B32B4FC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433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bus link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7DDA09-8AF5-4F24-9709-ECBFBCE8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433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도시만 선택 가능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A6DFC7-B0B6-4751-BD6F-898CB6D0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94335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운행/좌석 선택 추가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39F48D-1754-444D-BE1D-54A2C2CC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E932CF-4CF0-49DD-ADD1-E9489A678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A5211C-DE87-47BC-B79D-255D02E4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27 / 29</a:t>
            </a:r>
          </a:p>
        </p:txBody>
      </p:sp>
    </p:spTree>
    <p:extLst>
      <p:ext uri="{BB962C8B-B14F-4D97-AF65-F5344CB8AC3E}">
        <p14:creationId xmlns:p14="http://schemas.microsoft.com/office/powerpoint/2010/main" val="1751568257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5CDF23-F74A-47DD-8E54-E025EEAA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B22B54-8FD8-4D01-B8E9-725A6B11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LIMITS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94408-EF31-4168-995C-0D2C9752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9FC906-F704-4033-9E03-DDB3340F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의도적 한계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4ABB9E-9864-4199-BB95-F9FF4E4B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후속 과제로 명확히 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1A87E5-DB2F-4AA3-89DA-F0FBF86A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98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00650C-D62E-4D30-8659-CD75C256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2F7286-D706-462D-B3B4-0F45E731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9075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Admin 인증은 backend stub 수준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C17106-D204-4739-B57D-763183AD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178A88-A845-4C02-A74F-74D0D789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5A9645-0200-4A12-9533-8FA9423D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현재 예약 flow는 성인 1명/economy 중심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8182CE-B170-4F9E-B82C-17956A40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741DBE-4B8B-4EB3-A297-6B70DBEC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2330DD-602D-47EA-ABC2-5BE48BD5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1945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e-Ticket PDF 다운로드는 renderer abstraction만 준비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B33177-6FE4-43CC-AA75-3D619CB7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8639E5-C2D9-43A9-8187-CCEC4BF9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719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A811E7-66BB-4EF4-9550-4D90A9C6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3380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실제 Skypass HTTP client는 Adapter 교체 지점으로 남김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2F3660-CB1A-493C-979A-6B7365EE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8B2367-646F-41FE-BD7E-CEB2464C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372217-BFF8-4A57-BA4F-BB766584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28 / 29</a:t>
            </a:r>
          </a:p>
        </p:txBody>
      </p:sp>
    </p:spTree>
    <p:extLst>
      <p:ext uri="{BB962C8B-B14F-4D97-AF65-F5344CB8AC3E}">
        <p14:creationId xmlns:p14="http://schemas.microsoft.com/office/powerpoint/2010/main" val="1005577339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DB6CBC-0411-4540-B514-7594672F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EB7D19-AA87-4859-B3C2-F2762FB1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064C8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5FF4B-0C22-4D62-8F98-80EB6E50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7317D0-0FE7-4AD6-B2DF-4DBBBCB0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62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결론: 기능 확장 축을 패턴으로 분리했다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B5E55D-1104-46C8-A09E-1F22A1D3C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최종 발표 마지막 문장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EFDC8-AC6B-4BB1-9EAD-A771FF8B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98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6710C4-B31C-4341-9919-D197EA63F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1AFCA-4872-4E04-8B85-22E8AB83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9075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기능이 늘어날수록 if문으로 버티지 않고, 변하는 부분을 객체 역할로 분리했다.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4CFC6-1CEC-4550-8C5B-62C2FD78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A6AFE6-140C-4533-B3EA-A27209B6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0D4CC-DB15-4242-83D9-323D34AF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JavaFX UI는 그 패턴들을 실제로 시연 가능하게 만든 Boundary다.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DE7A9D-42A4-454C-A635-646DF177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3ABA70-7D23-4526-87F0-25704764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209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63B16-BAB5-46C7-AA33-6979F1A4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19450"/>
            <a:ext cx="944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374151"/>
                </a:solidFill>
                <a:latin typeface="Apple SD Gothic Neo"/>
                <a:ea typeface="Apple SD Gothic Neo"/>
                <a:cs typeface="Apple SD Gothic Neo"/>
              </a:rPr>
              <a:t>따라서 화면, 터미널 로그, VS Code 코드가 같은 설계 구조를 가리킨다.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18D476-E1EF-40EA-BF65-1050BF03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753141-A001-4094-8A84-EF492109D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47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Iteration 4 Final Compact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B79E40-6059-48FF-9EA3-43D5B265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457950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29 / 29</a:t>
            </a:r>
          </a:p>
        </p:txBody>
      </p:sp>
    </p:spTree>
    <p:extLst>
      <p:ext uri="{BB962C8B-B14F-4D97-AF65-F5344CB8AC3E}">
        <p14:creationId xmlns:p14="http://schemas.microsoft.com/office/powerpoint/2010/main" val="3066085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2026-06-01T07:04:40.7410000Z</dcterms:created>
  <dcterms:modified xsi:type="dcterms:W3CDTF">2026-06-01T07:04:40.7410000Z</dcterms:modified>
</coreProperties>
</file>